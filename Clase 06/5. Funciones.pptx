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80" r:id="rId3"/>
    <p:sldId id="287" r:id="rId4"/>
    <p:sldId id="288" r:id="rId5"/>
    <p:sldId id="27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2C818-CE43-4C84-8E68-1DD48440F036}" v="33" dt="2026-05-07T01:00:51.978"/>
    <p1510:client id="{BEE5BB87-6DBE-4E9C-954F-080199D5AC26}" v="15" dt="2026-05-06T22:12:15.742"/>
    <p1510:client id="{FF577DC3-9C46-44B3-BD24-7151166555AB}" v="13" dt="2026-05-07T01:59:31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>
        <p:scale>
          <a:sx n="66" d="100"/>
          <a:sy n="66" d="100"/>
        </p:scale>
        <p:origin x="136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5-07T02:01:15.206" v="2376" actId="20577"/>
      <pc:docMkLst>
        <pc:docMk/>
      </pc:docMkLst>
      <pc:sldChg chg="modSp new mod">
        <pc:chgData name="DANIEL ALBERTO PEREZ MORERA" userId="b71f61fa-2a10-40af-a76c-06b5b43d475d" providerId="ADAL" clId="{CCE38196-6549-48A5-B8F0-4FE1DF2DB2E5}" dt="2026-05-07T01:38:09.755" v="2094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5-07T01:38:09.755" v="2094"/>
          <ac:spMkLst>
            <pc:docMk/>
            <pc:sldMk cId="1807559037" sldId="256"/>
            <ac:spMk id="2" creationId="{1D8FDC1A-6045-17E2-6EDD-50C40FEC50CB}"/>
          </ac:spMkLst>
        </pc:spChg>
      </pc:sldChg>
      <pc:sldChg chg="addSp delSp modSp new del mod setBg">
        <pc:chgData name="DANIEL ALBERTO PEREZ MORERA" userId="b71f61fa-2a10-40af-a76c-06b5b43d475d" providerId="ADAL" clId="{CCE38196-6549-48A5-B8F0-4FE1DF2DB2E5}" dt="2026-05-07T01:40:39.102" v="2138" actId="47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2" creationId="{CFC98DB1-9D18-44EB-3FAD-115B8F760B2F}"/>
          </ac:spMkLst>
        </pc:spChg>
        <pc:spChg chg="add del mo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" creationId="{E6227F29-732F-EF7E-CD5E-C4A84CF128FE}"/>
          </ac:spMkLst>
        </pc:spChg>
        <pc:spChg chg="add del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8" creationId="{3741B58E-3B65-4A01-A276-975AB2CF8A08}"/>
          </ac:spMkLst>
        </pc:spChg>
        <pc:spChg chg="add del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10" creationId="{7AAC67C3-831B-4AB1-A259-DFB839CAFAFC}"/>
          </ac:spMkLst>
        </pc:spChg>
        <pc:spChg chg="add del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12" creationId="{054B3F04-9EAC-45C0-B3CE-0387EEA10A0C}"/>
          </ac:spMkLst>
        </pc:spChg>
        <pc:spChg chg="add del">
          <ac:chgData name="DANIEL ALBERTO PEREZ MORERA" userId="b71f61fa-2a10-40af-a76c-06b5b43d475d" providerId="ADAL" clId="{CCE38196-6549-48A5-B8F0-4FE1DF2DB2E5}" dt="2026-05-06T22:26:13.558" v="1469" actId="26606"/>
          <ac:spMkLst>
            <pc:docMk/>
            <pc:sldMk cId="1885970478" sldId="269"/>
            <ac:spMk id="18" creationId="{EE1530B0-6F96-46C0-8B3E-3215CB756BE4}"/>
          </ac:spMkLst>
        </pc:spChg>
        <pc:spChg chg="add del">
          <ac:chgData name="DANIEL ALBERTO PEREZ MORERA" userId="b71f61fa-2a10-40af-a76c-06b5b43d475d" providerId="ADAL" clId="{CCE38196-6549-48A5-B8F0-4FE1DF2DB2E5}" dt="2026-05-06T22:26:25.100" v="1473" actId="26606"/>
          <ac:spMkLst>
            <pc:docMk/>
            <pc:sldMk cId="1885970478" sldId="269"/>
            <ac:spMk id="19" creationId="{13BCCAE5-A35B-4B66-A4A7-E23C34A403A4}"/>
          </ac:spMkLst>
        </pc:spChg>
        <pc:spChg chg="add del">
          <ac:chgData name="DANIEL ALBERTO PEREZ MORERA" userId="b71f61fa-2a10-40af-a76c-06b5b43d475d" providerId="ADAL" clId="{CCE38196-6549-48A5-B8F0-4FE1DF2DB2E5}" dt="2026-05-06T22:26:13.558" v="1469" actId="26606"/>
          <ac:spMkLst>
            <pc:docMk/>
            <pc:sldMk cId="1885970478" sldId="269"/>
            <ac:spMk id="20" creationId="{754910CF-1B56-45D3-960A-E89F7B3B9131}"/>
          </ac:spMkLst>
        </pc:spChg>
        <pc:spChg chg="add del">
          <ac:chgData name="DANIEL ALBERTO PEREZ MORERA" userId="b71f61fa-2a10-40af-a76c-06b5b43d475d" providerId="ADAL" clId="{CCE38196-6549-48A5-B8F0-4FE1DF2DB2E5}" dt="2026-05-06T22:26:13.558" v="1469" actId="26606"/>
          <ac:spMkLst>
            <pc:docMk/>
            <pc:sldMk cId="1885970478" sldId="269"/>
            <ac:spMk id="22" creationId="{6669F804-A677-4B75-95F4-A5E4426FB774}"/>
          </ac:spMkLst>
        </pc:spChg>
        <pc:spChg chg="add del">
          <ac:chgData name="DANIEL ALBERTO PEREZ MORERA" userId="b71f61fa-2a10-40af-a76c-06b5b43d475d" providerId="ADAL" clId="{CCE38196-6549-48A5-B8F0-4FE1DF2DB2E5}" dt="2026-05-06T22:26:25.100" v="1473" actId="26606"/>
          <ac:spMkLst>
            <pc:docMk/>
            <pc:sldMk cId="1885970478" sldId="269"/>
            <ac:spMk id="23" creationId="{BD7A74B5-8367-4A83-ABEC-0FCDDE97B149}"/>
          </ac:spMkLst>
        </pc:spChg>
        <pc:spChg chg="add del">
          <ac:chgData name="DANIEL ALBERTO PEREZ MORERA" userId="b71f61fa-2a10-40af-a76c-06b5b43d475d" providerId="ADAL" clId="{CCE38196-6549-48A5-B8F0-4FE1DF2DB2E5}" dt="2026-05-06T22:26:20.930" v="1471" actId="26606"/>
          <ac:spMkLst>
            <pc:docMk/>
            <pc:sldMk cId="1885970478" sldId="269"/>
            <ac:spMk id="24" creationId="{EE1530B0-6F96-46C0-8B3E-3215CB756BE4}"/>
          </ac:spMkLst>
        </pc:spChg>
        <pc:spChg chg="add del">
          <ac:chgData name="DANIEL ALBERTO PEREZ MORERA" userId="b71f61fa-2a10-40af-a76c-06b5b43d475d" providerId="ADAL" clId="{CCE38196-6549-48A5-B8F0-4FE1DF2DB2E5}" dt="2026-05-06T22:26:20.930" v="1471" actId="26606"/>
          <ac:spMkLst>
            <pc:docMk/>
            <pc:sldMk cId="1885970478" sldId="269"/>
            <ac:spMk id="25" creationId="{754910CF-1B56-45D3-960A-E89F7B3B9131}"/>
          </ac:spMkLst>
        </pc:spChg>
        <pc:spChg chg="add del">
          <ac:chgData name="DANIEL ALBERTO PEREZ MORERA" userId="b71f61fa-2a10-40af-a76c-06b5b43d475d" providerId="ADAL" clId="{CCE38196-6549-48A5-B8F0-4FE1DF2DB2E5}" dt="2026-05-06T22:26:20.930" v="1471" actId="26606"/>
          <ac:spMkLst>
            <pc:docMk/>
            <pc:sldMk cId="1885970478" sldId="269"/>
            <ac:spMk id="26" creationId="{6669F804-A677-4B75-95F4-A5E4426FB774}"/>
          </ac:spMkLst>
        </pc:spChg>
        <pc:spChg chg="add del">
          <ac:chgData name="DANIEL ALBERTO PEREZ MORERA" userId="b71f61fa-2a10-40af-a76c-06b5b43d475d" providerId="ADAL" clId="{CCE38196-6549-48A5-B8F0-4FE1DF2DB2E5}" dt="2026-05-06T22:26:25.100" v="1473" actId="26606"/>
          <ac:spMkLst>
            <pc:docMk/>
            <pc:sldMk cId="1885970478" sldId="269"/>
            <ac:spMk id="29" creationId="{E6227F29-732F-EF7E-CD5E-C4A84CF128FE}"/>
          </ac:spMkLst>
        </pc:spChg>
        <pc:spChg chg="add del">
          <ac:chgData name="DANIEL ALBERTO PEREZ MORERA" userId="b71f61fa-2a10-40af-a76c-06b5b43d475d" providerId="ADAL" clId="{CCE38196-6549-48A5-B8F0-4FE1DF2DB2E5}" dt="2026-05-06T22:26:25.100" v="1473" actId="26606"/>
          <ac:spMkLst>
            <pc:docMk/>
            <pc:sldMk cId="1885970478" sldId="269"/>
            <ac:spMk id="30" creationId="{2CC184B0-C2C6-4BF0-B078-816C7AF95977}"/>
          </ac:spMkLst>
        </pc:spChg>
        <pc:spChg chg="ad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2" creationId="{08CB54FC-0B2A-4107-9A70-958B90B76585}"/>
          </ac:spMkLst>
        </pc:spChg>
        <pc:spChg chg="ad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5" creationId="{E6227F29-732F-EF7E-CD5E-C4A84CF128FE}"/>
          </ac:spMkLst>
        </pc:spChg>
        <pc:spChg chg="ad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6" creationId="{6587DBF8-5C50-4034-8B79-FE54A01A8E15}"/>
          </ac:spMkLst>
        </pc:spChg>
        <pc:spChg chg="ad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7" creationId="{14720853-E885-4BE5-BFE2-24004CEF6952}"/>
          </ac:spMkLst>
        </pc:spChg>
        <pc:graphicFrameChg chg="add del">
          <ac:chgData name="DANIEL ALBERTO PEREZ MORERA" userId="b71f61fa-2a10-40af-a76c-06b5b43d475d" providerId="ADAL" clId="{CCE38196-6549-48A5-B8F0-4FE1DF2DB2E5}" dt="2026-05-06T22:26:13.558" v="1469" actId="26606"/>
          <ac:graphicFrameMkLst>
            <pc:docMk/>
            <pc:sldMk cId="1885970478" sldId="269"/>
            <ac:graphicFrameMk id="14" creationId="{4B075A81-5ECD-30D3-6254-08FCA3ADEA17}"/>
          </ac:graphicFrameMkLst>
        </pc:graphicFrameChg>
        <pc:graphicFrameChg chg="add del">
          <ac:chgData name="DANIEL ALBERTO PEREZ MORERA" userId="b71f61fa-2a10-40af-a76c-06b5b43d475d" providerId="ADAL" clId="{CCE38196-6549-48A5-B8F0-4FE1DF2DB2E5}" dt="2026-05-06T22:26:20.930" v="1471" actId="26606"/>
          <ac:graphicFrameMkLst>
            <pc:docMk/>
            <pc:sldMk cId="1885970478" sldId="269"/>
            <ac:graphicFrameMk id="27" creationId="{F0835A9A-3440-3FEF-65DB-876E51A35093}"/>
          </ac:graphicFrameMkLst>
        </pc:graphicFrameChg>
        <pc:picChg chg="add del mod">
          <ac:chgData name="DANIEL ALBERTO PEREZ MORERA" userId="b71f61fa-2a10-40af-a76c-06b5b43d475d" providerId="ADAL" clId="{CCE38196-6549-48A5-B8F0-4FE1DF2DB2E5}" dt="2026-05-06T20:53:04" v="1221" actId="478"/>
          <ac:picMkLst>
            <pc:docMk/>
            <pc:sldMk cId="1885970478" sldId="269"/>
            <ac:picMk id="5" creationId="{C3648D67-443F-2668-53E2-F45BB2D0A956}"/>
          </ac:picMkLst>
        </pc:picChg>
        <pc:picChg chg="add del">
          <ac:chgData name="DANIEL ALBERTO PEREZ MORERA" userId="b71f61fa-2a10-40af-a76c-06b5b43d475d" providerId="ADAL" clId="{CCE38196-6549-48A5-B8F0-4FE1DF2DB2E5}" dt="2026-05-06T22:26:25.100" v="1473" actId="26606"/>
          <ac:picMkLst>
            <pc:docMk/>
            <pc:sldMk cId="1885970478" sldId="269"/>
            <ac:picMk id="16" creationId="{B843220E-B50C-1245-C538-2D08C2284B2A}"/>
          </ac:picMkLst>
        </pc:picChg>
        <pc:picChg chg="add">
          <ac:chgData name="DANIEL ALBERTO PEREZ MORERA" userId="b71f61fa-2a10-40af-a76c-06b5b43d475d" providerId="ADAL" clId="{CCE38196-6549-48A5-B8F0-4FE1DF2DB2E5}" dt="2026-05-06T22:26:25.102" v="1474" actId="26606"/>
          <ac:picMkLst>
            <pc:docMk/>
            <pc:sldMk cId="1885970478" sldId="269"/>
            <ac:picMk id="33" creationId="{AE2B33B0-070B-3E3D-509C-90378A3E6B89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1110555708" sldId="270"/>
        </pc:sldMkLst>
      </pc:sldChg>
      <pc:sldChg chg="addSp delSp modSp add del mo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2924634673" sldId="271"/>
        </pc:sldMkLst>
      </pc:sldChg>
      <pc:sldChg chg="modSp add del mo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1740098146" sldId="272"/>
        </pc:sldMkLst>
      </pc:sldChg>
      <pc:sldChg chg="modSp add del mod or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2474678990" sldId="273"/>
        </pc:sldMkLst>
      </pc:sldChg>
      <pc:sldChg chg="add del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1211649159" sldId="274"/>
        </pc:sldMkLst>
      </pc:sldChg>
      <pc:sldChg chg="addSp delSp modSp add del mo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1773553698" sldId="275"/>
        </pc:sldMkLst>
      </pc:sldChg>
      <pc:sldChg chg="addSp delSp modSp new mod">
        <pc:chgData name="DANIEL ALBERTO PEREZ MORERA" userId="b71f61fa-2a10-40af-a76c-06b5b43d475d" providerId="ADAL" clId="{CCE38196-6549-48A5-B8F0-4FE1DF2DB2E5}" dt="2026-05-07T02:01:15.206" v="2376" actId="20577"/>
        <pc:sldMkLst>
          <pc:docMk/>
          <pc:sldMk cId="1100032990" sldId="276"/>
        </pc:sldMkLst>
        <pc:spChg chg="mod">
          <ac:chgData name="DANIEL ALBERTO PEREZ MORERA" userId="b71f61fa-2a10-40af-a76c-06b5b43d475d" providerId="ADAL" clId="{CCE38196-6549-48A5-B8F0-4FE1DF2DB2E5}" dt="2026-05-07T02:01:15.206" v="2376" actId="20577"/>
          <ac:spMkLst>
            <pc:docMk/>
            <pc:sldMk cId="1100032990" sldId="276"/>
            <ac:spMk id="2" creationId="{4BBE17E8-EF35-FB7B-FD58-C47EEBE23416}"/>
          </ac:spMkLst>
        </pc:spChg>
        <pc:spChg chg="mod">
          <ac:chgData name="DANIEL ALBERTO PEREZ MORERA" userId="b71f61fa-2a10-40af-a76c-06b5b43d475d" providerId="ADAL" clId="{CCE38196-6549-48A5-B8F0-4FE1DF2DB2E5}" dt="2026-05-07T02:00:24.975" v="2374" actId="20577"/>
          <ac:spMkLst>
            <pc:docMk/>
            <pc:sldMk cId="1100032990" sldId="276"/>
            <ac:spMk id="3" creationId="{8A74FB23-DAA6-14D7-0050-88F3EA357EC9}"/>
          </ac:spMkLst>
        </pc:spChg>
        <pc:spChg chg="del mod">
          <ac:chgData name="DANIEL ALBERTO PEREZ MORERA" userId="b71f61fa-2a10-40af-a76c-06b5b43d475d" providerId="ADAL" clId="{CCE38196-6549-48A5-B8F0-4FE1DF2DB2E5}" dt="2026-05-06T21:22:36.749" v="1379" actId="478"/>
          <ac:spMkLst>
            <pc:docMk/>
            <pc:sldMk cId="1100032990" sldId="276"/>
            <ac:spMk id="4" creationId="{09F7C62D-F815-5F1E-3D89-29B85657B257}"/>
          </ac:spMkLst>
        </pc:spChg>
        <pc:spChg chg="add del mod">
          <ac:chgData name="DANIEL ALBERTO PEREZ MORERA" userId="b71f61fa-2a10-40af-a76c-06b5b43d475d" providerId="ADAL" clId="{CCE38196-6549-48A5-B8F0-4FE1DF2DB2E5}" dt="2026-05-06T21:22:39.432" v="1380" actId="478"/>
          <ac:spMkLst>
            <pc:docMk/>
            <pc:sldMk cId="1100032990" sldId="276"/>
            <ac:spMk id="6" creationId="{E36DE739-B7DC-578D-56B2-D1528422A1B2}"/>
          </ac:spMkLst>
        </pc:sp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3537006609" sldId="277"/>
        </pc:sldMkLst>
        <pc:spChg chg="mo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2" creationId="{35945713-5B84-A611-FBF4-6F34417F3A08}"/>
          </ac:spMkLst>
        </pc:spChg>
        <pc:spChg chg="mod">
          <ac:chgData name="DANIEL ALBERTO PEREZ MORERA" userId="b71f61fa-2a10-40af-a76c-06b5b43d475d" providerId="ADAL" clId="{CCE38196-6549-48A5-B8F0-4FE1DF2DB2E5}" dt="2026-05-06T20:58:46.164" v="1254" actId="20577"/>
          <ac:spMkLst>
            <pc:docMk/>
            <pc:sldMk cId="3537006609" sldId="277"/>
            <ac:spMk id="3" creationId="{BCF177CF-93D3-1D9C-3AE9-EDF7BC4F8ADE}"/>
          </ac:spMkLst>
        </pc:spChg>
        <pc:spChg chg="del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8" creationId="{DCCF5A00-94A4-53D9-4812-E52234F47298}"/>
          </ac:spMkLst>
        </pc:spChg>
        <pc:spChg chg="del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0" creationId="{64964705-9F2C-AEF3-7A71-9F24A80B17B1}"/>
          </ac:spMkLst>
        </pc:spChg>
        <pc:spChg chg="del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2" creationId="{1134D66B-2C67-0AAE-6A7E-8A903D6802C2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7" creationId="{0AB6E427-3F73-4C06-A5D5-AE52C3883B50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9" creationId="{D8C9BDAA-0390-4B39-9B5C-BC95E5120DA4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21" creationId="{F9DB1FE5-9D46-433B-99D1-2F1B8DC79855}"/>
          </ac:spMkLst>
        </pc:spChg>
        <pc:picChg chg="add mod">
          <ac:chgData name="DANIEL ALBERTO PEREZ MORERA" userId="b71f61fa-2a10-40af-a76c-06b5b43d475d" providerId="ADAL" clId="{CCE38196-6549-48A5-B8F0-4FE1DF2DB2E5}" dt="2026-05-06T20:56:56.172" v="1240" actId="26606"/>
          <ac:picMkLst>
            <pc:docMk/>
            <pc:sldMk cId="3537006609" sldId="277"/>
            <ac:picMk id="5" creationId="{B3613B43-3E56-F49E-E792-D383C67A5452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296176996" sldId="278"/>
        </pc:sldMkLst>
        <pc:spChg chg="mod">
          <ac:chgData name="DANIEL ALBERTO PEREZ MORERA" userId="b71f61fa-2a10-40af-a76c-06b5b43d475d" providerId="ADAL" clId="{CCE38196-6549-48A5-B8F0-4FE1DF2DB2E5}" dt="2026-05-06T20:57:59.178" v="1251"/>
          <ac:spMkLst>
            <pc:docMk/>
            <pc:sldMk cId="296176996" sldId="278"/>
            <ac:spMk id="2" creationId="{2F2BF212-23E8-5DBF-C149-DBE4683FB101}"/>
          </ac:spMkLst>
        </pc:spChg>
        <pc:spChg chg="mod">
          <ac:chgData name="DANIEL ALBERTO PEREZ MORERA" userId="b71f61fa-2a10-40af-a76c-06b5b43d475d" providerId="ADAL" clId="{CCE38196-6549-48A5-B8F0-4FE1DF2DB2E5}" dt="2026-05-06T20:58:39.885" v="1253" actId="20577"/>
          <ac:spMkLst>
            <pc:docMk/>
            <pc:sldMk cId="296176996" sldId="278"/>
            <ac:spMk id="3" creationId="{E73FADEB-277E-A448-7D51-39B70F794760}"/>
          </ac:spMkLst>
        </pc:spChg>
        <pc:picChg chg="del">
          <ac:chgData name="DANIEL ALBERTO PEREZ MORERA" userId="b71f61fa-2a10-40af-a76c-06b5b43d475d" providerId="ADAL" clId="{CCE38196-6549-48A5-B8F0-4FE1DF2DB2E5}" dt="2026-05-06T20:59:46.068" v="1255" actId="478"/>
          <ac:picMkLst>
            <pc:docMk/>
            <pc:sldMk cId="296176996" sldId="278"/>
            <ac:picMk id="5" creationId="{2581C7FE-F9B5-32AA-4A29-5F6616C87551}"/>
          </ac:picMkLst>
        </pc:picChg>
        <pc:picChg chg="add mod">
          <ac:chgData name="DANIEL ALBERTO PEREZ MORERA" userId="b71f61fa-2a10-40af-a76c-06b5b43d475d" providerId="ADAL" clId="{CCE38196-6549-48A5-B8F0-4FE1DF2DB2E5}" dt="2026-05-06T20:59:54.925" v="1258" actId="1076"/>
          <ac:picMkLst>
            <pc:docMk/>
            <pc:sldMk cId="296176996" sldId="278"/>
            <ac:picMk id="6" creationId="{DD52BA90-02D6-FEE6-3D00-115B2A31435E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3595318667" sldId="279"/>
        </pc:sldMkLst>
        <pc:spChg chg="mod">
          <ac:chgData name="DANIEL ALBERTO PEREZ MORERA" userId="b71f61fa-2a10-40af-a76c-06b5b43d475d" providerId="ADAL" clId="{CCE38196-6549-48A5-B8F0-4FE1DF2DB2E5}" dt="2026-05-06T21:01:23.984" v="1262"/>
          <ac:spMkLst>
            <pc:docMk/>
            <pc:sldMk cId="3595318667" sldId="279"/>
            <ac:spMk id="2" creationId="{9400F76F-4F68-8AF9-999C-412985C76E18}"/>
          </ac:spMkLst>
        </pc:spChg>
        <pc:spChg chg="mod">
          <ac:chgData name="DANIEL ALBERTO PEREZ MORERA" userId="b71f61fa-2a10-40af-a76c-06b5b43d475d" providerId="ADAL" clId="{CCE38196-6549-48A5-B8F0-4FE1DF2DB2E5}" dt="2026-05-06T21:02:51.512" v="1265" actId="20577"/>
          <ac:spMkLst>
            <pc:docMk/>
            <pc:sldMk cId="3595318667" sldId="279"/>
            <ac:spMk id="3" creationId="{D5EC163C-61F8-F07A-78E5-01D92F96313C}"/>
          </ac:spMkLst>
        </pc:spChg>
        <pc:spChg chg="add del">
          <ac:chgData name="DANIEL ALBERTO PEREZ MORERA" userId="b71f61fa-2a10-40af-a76c-06b5b43d475d" providerId="ADAL" clId="{CCE38196-6549-48A5-B8F0-4FE1DF2DB2E5}" dt="2026-05-06T21:01:20.906" v="1261" actId="22"/>
          <ac:spMkLst>
            <pc:docMk/>
            <pc:sldMk cId="3595318667" sldId="279"/>
            <ac:spMk id="5" creationId="{DD41D212-ECDA-57E8-968C-90F3EDA63E05}"/>
          </ac:spMkLst>
        </pc:spChg>
        <pc:picChg chg="del">
          <ac:chgData name="DANIEL ALBERTO PEREZ MORERA" userId="b71f61fa-2a10-40af-a76c-06b5b43d475d" providerId="ADAL" clId="{CCE38196-6549-48A5-B8F0-4FE1DF2DB2E5}" dt="2026-05-06T21:04:02.097" v="1266" actId="478"/>
          <ac:picMkLst>
            <pc:docMk/>
            <pc:sldMk cId="3595318667" sldId="279"/>
            <ac:picMk id="6" creationId="{4A75DCD1-843C-17C5-7C3C-811C1A2A8B07}"/>
          </ac:picMkLst>
        </pc:picChg>
        <pc:picChg chg="add mod">
          <ac:chgData name="DANIEL ALBERTO PEREZ MORERA" userId="b71f61fa-2a10-40af-a76c-06b5b43d475d" providerId="ADAL" clId="{CCE38196-6549-48A5-B8F0-4FE1DF2DB2E5}" dt="2026-05-06T21:04:13.288" v="1270" actId="1076"/>
          <ac:picMkLst>
            <pc:docMk/>
            <pc:sldMk cId="3595318667" sldId="279"/>
            <ac:picMk id="8" creationId="{D1810C1A-A36C-059C-E8FC-A5423CFD5FC1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5-07T01:39:52.425" v="2132" actId="26606"/>
        <pc:sldMkLst>
          <pc:docMk/>
          <pc:sldMk cId="966744946" sldId="280"/>
        </pc:sldMkLst>
        <pc:spChg chg="mod">
          <ac:chgData name="DANIEL ALBERTO PEREZ MORERA" userId="b71f61fa-2a10-40af-a76c-06b5b43d475d" providerId="ADAL" clId="{CCE38196-6549-48A5-B8F0-4FE1DF2DB2E5}" dt="2026-05-07T01:39:52.425" v="2132" actId="26606"/>
          <ac:spMkLst>
            <pc:docMk/>
            <pc:sldMk cId="966744946" sldId="280"/>
            <ac:spMk id="2" creationId="{9FBEBADC-188C-34DB-6A18-D5EE13CDD9AA}"/>
          </ac:spMkLst>
        </pc:spChg>
        <pc:spChg chg="mod">
          <ac:chgData name="DANIEL ALBERTO PEREZ MORERA" userId="b71f61fa-2a10-40af-a76c-06b5b43d475d" providerId="ADAL" clId="{CCE38196-6549-48A5-B8F0-4FE1DF2DB2E5}" dt="2026-05-07T01:39:52.425" v="2132" actId="26606"/>
          <ac:spMkLst>
            <pc:docMk/>
            <pc:sldMk cId="966744946" sldId="280"/>
            <ac:spMk id="3" creationId="{11034AFE-0D8A-BD0D-9EAF-B90E4DC0ACD2}"/>
          </ac:spMkLst>
        </pc:spChg>
        <pc:spChg chg="del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8" creationId="{751D855C-6529-2522-D7EC-36962B79BC01}"/>
          </ac:spMkLst>
        </pc:spChg>
        <pc:spChg chg="del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10" creationId="{6F566281-6CE7-5C34-D3E6-BABD1F57389E}"/>
          </ac:spMkLst>
        </pc:spChg>
        <pc:spChg chg="del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12" creationId="{9A1B6F0B-13BB-D325-184D-3A72F96C1E8B}"/>
          </ac:spMkLst>
        </pc:spChg>
        <pc:spChg chg="add del">
          <ac:chgData name="DANIEL ALBERTO PEREZ MORERA" userId="b71f61fa-2a10-40af-a76c-06b5b43d475d" providerId="ADAL" clId="{CCE38196-6549-48A5-B8F0-4FE1DF2DB2E5}" dt="2026-05-07T01:39:52.425" v="2132" actId="26606"/>
          <ac:spMkLst>
            <pc:docMk/>
            <pc:sldMk cId="966744946" sldId="280"/>
            <ac:spMk id="17" creationId="{F64BBAA4-C62B-4146-B49F-FE4CC4655EE0}"/>
          </ac:spMkLst>
        </pc:spChg>
        <pc:spChg chg="add del">
          <ac:chgData name="DANIEL ALBERTO PEREZ MORERA" userId="b71f61fa-2a10-40af-a76c-06b5b43d475d" providerId="ADAL" clId="{CCE38196-6549-48A5-B8F0-4FE1DF2DB2E5}" dt="2026-05-07T01:39:52.425" v="2132" actId="26606"/>
          <ac:spMkLst>
            <pc:docMk/>
            <pc:sldMk cId="966744946" sldId="280"/>
            <ac:spMk id="19" creationId="{77C34054-98F8-4229-885E-04C525969C5E}"/>
          </ac:spMkLst>
        </pc:spChg>
        <pc:spChg chg="add del">
          <ac:chgData name="DANIEL ALBERTO PEREZ MORERA" userId="b71f61fa-2a10-40af-a76c-06b5b43d475d" providerId="ADAL" clId="{CCE38196-6549-48A5-B8F0-4FE1DF2DB2E5}" dt="2026-05-07T01:39:52.425" v="2132" actId="26606"/>
          <ac:spMkLst>
            <pc:docMk/>
            <pc:sldMk cId="966744946" sldId="280"/>
            <ac:spMk id="21" creationId="{22AAB964-B835-4B93-A1F3-4A30D1F38589}"/>
          </ac:spMkLst>
        </pc:spChg>
        <pc:spChg chg="add">
          <ac:chgData name="DANIEL ALBERTO PEREZ MORERA" userId="b71f61fa-2a10-40af-a76c-06b5b43d475d" providerId="ADAL" clId="{CCE38196-6549-48A5-B8F0-4FE1DF2DB2E5}" dt="2026-05-07T01:39:52.425" v="2132" actId="26606"/>
          <ac:spMkLst>
            <pc:docMk/>
            <pc:sldMk cId="966744946" sldId="280"/>
            <ac:spMk id="26" creationId="{3741B58E-3B65-4A01-A276-975AB2CF8A08}"/>
          </ac:spMkLst>
        </pc:spChg>
        <pc:spChg chg="add">
          <ac:chgData name="DANIEL ALBERTO PEREZ MORERA" userId="b71f61fa-2a10-40af-a76c-06b5b43d475d" providerId="ADAL" clId="{CCE38196-6549-48A5-B8F0-4FE1DF2DB2E5}" dt="2026-05-07T01:39:52.425" v="2132" actId="26606"/>
          <ac:spMkLst>
            <pc:docMk/>
            <pc:sldMk cId="966744946" sldId="280"/>
            <ac:spMk id="28" creationId="{7AAC67C3-831B-4AB1-A259-DFB839CAFAFC}"/>
          </ac:spMkLst>
        </pc:spChg>
        <pc:spChg chg="add">
          <ac:chgData name="DANIEL ALBERTO PEREZ MORERA" userId="b71f61fa-2a10-40af-a76c-06b5b43d475d" providerId="ADAL" clId="{CCE38196-6549-48A5-B8F0-4FE1DF2DB2E5}" dt="2026-05-07T01:39:52.425" v="2132" actId="26606"/>
          <ac:spMkLst>
            <pc:docMk/>
            <pc:sldMk cId="966744946" sldId="280"/>
            <ac:spMk id="30" creationId="{054B3F04-9EAC-45C0-B3CE-0387EEA10A0C}"/>
          </ac:spMkLst>
        </pc:spChg>
        <pc:graphicFrameChg chg="add del mod modGraphic">
          <ac:chgData name="DANIEL ALBERTO PEREZ MORERA" userId="b71f61fa-2a10-40af-a76c-06b5b43d475d" providerId="ADAL" clId="{CCE38196-6549-48A5-B8F0-4FE1DF2DB2E5}" dt="2026-05-07T01:39:40.256" v="2131" actId="478"/>
          <ac:graphicFrameMkLst>
            <pc:docMk/>
            <pc:sldMk cId="966744946" sldId="280"/>
            <ac:graphicFrameMk id="4" creationId="{81D51F32-0045-40E7-85D1-792AAFCDC3E9}"/>
          </ac:graphicFrameMkLst>
        </pc:graphicFrameChg>
      </pc:sldChg>
      <pc:sldChg chg="addSp delSp modSp add del mod or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866859736" sldId="281"/>
        </pc:sldMkLst>
        <pc:spChg chg="mod">
          <ac:chgData name="DANIEL ALBERTO PEREZ MORERA" userId="b71f61fa-2a10-40af-a76c-06b5b43d475d" providerId="ADAL" clId="{CCE38196-6549-48A5-B8F0-4FE1DF2DB2E5}" dt="2026-05-06T21:09:06.733" v="1296"/>
          <ac:spMkLst>
            <pc:docMk/>
            <pc:sldMk cId="866859736" sldId="281"/>
            <ac:spMk id="2" creationId="{B3A08DE6-E84B-6B0C-1701-10F33DD11286}"/>
          </ac:spMkLst>
        </pc:spChg>
        <pc:spChg chg="mod">
          <ac:chgData name="DANIEL ALBERTO PEREZ MORERA" userId="b71f61fa-2a10-40af-a76c-06b5b43d475d" providerId="ADAL" clId="{CCE38196-6549-48A5-B8F0-4FE1DF2DB2E5}" dt="2026-05-06T21:09:22.079" v="1300" actId="20577"/>
          <ac:spMkLst>
            <pc:docMk/>
            <pc:sldMk cId="866859736" sldId="281"/>
            <ac:spMk id="3" creationId="{5C0C6609-2B2E-EC45-43E7-C686F06B9FD7}"/>
          </ac:spMkLst>
        </pc:spChg>
        <pc:picChg chg="add del">
          <ac:chgData name="DANIEL ALBERTO PEREZ MORERA" userId="b71f61fa-2a10-40af-a76c-06b5b43d475d" providerId="ADAL" clId="{CCE38196-6549-48A5-B8F0-4FE1DF2DB2E5}" dt="2026-05-06T21:10:07.671" v="1303" actId="478"/>
          <ac:picMkLst>
            <pc:docMk/>
            <pc:sldMk cId="866859736" sldId="281"/>
            <ac:picMk id="5" creationId="{AFB40139-997F-F2A9-7FE8-9BC99902EB51}"/>
          </ac:picMkLst>
        </pc:picChg>
        <pc:picChg chg="add mod">
          <ac:chgData name="DANIEL ALBERTO PEREZ MORERA" userId="b71f61fa-2a10-40af-a76c-06b5b43d475d" providerId="ADAL" clId="{CCE38196-6549-48A5-B8F0-4FE1DF2DB2E5}" dt="2026-05-06T21:10:13.143" v="1305" actId="1076"/>
          <ac:picMkLst>
            <pc:docMk/>
            <pc:sldMk cId="866859736" sldId="281"/>
            <ac:picMk id="7" creationId="{8B6C317C-160E-683E-DA58-24C40875C4C7}"/>
          </ac:picMkLst>
        </pc:picChg>
        <pc:picChg chg="del">
          <ac:chgData name="DANIEL ALBERTO PEREZ MORERA" userId="b71f61fa-2a10-40af-a76c-06b5b43d475d" providerId="ADAL" clId="{CCE38196-6549-48A5-B8F0-4FE1DF2DB2E5}" dt="2026-05-06T21:09:59.212" v="1301" actId="478"/>
          <ac:picMkLst>
            <pc:docMk/>
            <pc:sldMk cId="866859736" sldId="281"/>
            <ac:picMk id="8" creationId="{743974ED-700A-78E2-A571-3904B62B8FAE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4209304406" sldId="282"/>
        </pc:sldMkLst>
        <pc:spChg chg="mod">
          <ac:chgData name="DANIEL ALBERTO PEREZ MORERA" userId="b71f61fa-2a10-40af-a76c-06b5b43d475d" providerId="ADAL" clId="{CCE38196-6549-48A5-B8F0-4FE1DF2DB2E5}" dt="2026-05-06T21:11:17.724" v="1307"/>
          <ac:spMkLst>
            <pc:docMk/>
            <pc:sldMk cId="4209304406" sldId="282"/>
            <ac:spMk id="2" creationId="{B6FAAE7E-FA26-1F74-127B-63508CE7E093}"/>
          </ac:spMkLst>
        </pc:spChg>
        <pc:spChg chg="mod">
          <ac:chgData name="DANIEL ALBERTO PEREZ MORERA" userId="b71f61fa-2a10-40af-a76c-06b5b43d475d" providerId="ADAL" clId="{CCE38196-6549-48A5-B8F0-4FE1DF2DB2E5}" dt="2026-05-06T21:13:32.556" v="1322" actId="20577"/>
          <ac:spMkLst>
            <pc:docMk/>
            <pc:sldMk cId="4209304406" sldId="282"/>
            <ac:spMk id="3" creationId="{1A3EDA95-6CF6-7867-D2E4-CD15E1172E07}"/>
          </ac:spMkLst>
        </pc:spChg>
        <pc:picChg chg="add mod">
          <ac:chgData name="DANIEL ALBERTO PEREZ MORERA" userId="b71f61fa-2a10-40af-a76c-06b5b43d475d" providerId="ADAL" clId="{CCE38196-6549-48A5-B8F0-4FE1DF2DB2E5}" dt="2026-05-06T21:14:32.921" v="1327" actId="1076"/>
          <ac:picMkLst>
            <pc:docMk/>
            <pc:sldMk cId="4209304406" sldId="282"/>
            <ac:picMk id="5" creationId="{55DE9A35-63B6-520D-8990-53E0CBA8F01B}"/>
          </ac:picMkLst>
        </pc:picChg>
        <pc:picChg chg="del">
          <ac:chgData name="DANIEL ALBERTO PEREZ MORERA" userId="b71f61fa-2a10-40af-a76c-06b5b43d475d" providerId="ADAL" clId="{CCE38196-6549-48A5-B8F0-4FE1DF2DB2E5}" dt="2026-05-06T21:14:25.158" v="1323" actId="478"/>
          <ac:picMkLst>
            <pc:docMk/>
            <pc:sldMk cId="4209304406" sldId="282"/>
            <ac:picMk id="7" creationId="{DC7B2614-9428-66EA-2D68-98A94AA39182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819245608" sldId="283"/>
        </pc:sldMkLst>
        <pc:spChg chg="mod">
          <ac:chgData name="DANIEL ALBERTO PEREZ MORERA" userId="b71f61fa-2a10-40af-a76c-06b5b43d475d" providerId="ADAL" clId="{CCE38196-6549-48A5-B8F0-4FE1DF2DB2E5}" dt="2026-05-06T21:15:13.725" v="1329"/>
          <ac:spMkLst>
            <pc:docMk/>
            <pc:sldMk cId="819245608" sldId="283"/>
            <ac:spMk id="2" creationId="{E355FBA7-7196-B941-A5F9-2C65CB91521C}"/>
          </ac:spMkLst>
        </pc:spChg>
        <pc:spChg chg="mod">
          <ac:chgData name="DANIEL ALBERTO PEREZ MORERA" userId="b71f61fa-2a10-40af-a76c-06b5b43d475d" providerId="ADAL" clId="{CCE38196-6549-48A5-B8F0-4FE1DF2DB2E5}" dt="2026-05-06T21:15:40.282" v="1333" actId="6549"/>
          <ac:spMkLst>
            <pc:docMk/>
            <pc:sldMk cId="819245608" sldId="283"/>
            <ac:spMk id="3" creationId="{52E6333C-A51E-2389-1F2A-2C229A42B392}"/>
          </ac:spMkLst>
        </pc:spChg>
        <pc:picChg chg="del">
          <ac:chgData name="DANIEL ALBERTO PEREZ MORERA" userId="b71f61fa-2a10-40af-a76c-06b5b43d475d" providerId="ADAL" clId="{CCE38196-6549-48A5-B8F0-4FE1DF2DB2E5}" dt="2026-05-06T21:16:05.518" v="1336" actId="478"/>
          <ac:picMkLst>
            <pc:docMk/>
            <pc:sldMk cId="819245608" sldId="283"/>
            <ac:picMk id="5" creationId="{081FFD94-495B-0064-D6BA-E46397CD0428}"/>
          </ac:picMkLst>
        </pc:picChg>
        <pc:picChg chg="add mod">
          <ac:chgData name="DANIEL ALBERTO PEREZ MORERA" userId="b71f61fa-2a10-40af-a76c-06b5b43d475d" providerId="ADAL" clId="{CCE38196-6549-48A5-B8F0-4FE1DF2DB2E5}" dt="2026-05-06T21:16:11.950" v="1338" actId="1076"/>
          <ac:picMkLst>
            <pc:docMk/>
            <pc:sldMk cId="819245608" sldId="283"/>
            <ac:picMk id="6" creationId="{FA1CB6FD-7C86-9667-6009-772EB4009774}"/>
          </ac:picMkLst>
        </pc:picChg>
      </pc:sldChg>
      <pc:sldChg chg="addSp delSp modSp add del mod ord">
        <pc:chgData name="DANIEL ALBERTO PEREZ MORERA" userId="b71f61fa-2a10-40af-a76c-06b5b43d475d" providerId="ADAL" clId="{CCE38196-6549-48A5-B8F0-4FE1DF2DB2E5}" dt="2026-05-07T01:40:39.102" v="2138" actId="47"/>
        <pc:sldMkLst>
          <pc:docMk/>
          <pc:sldMk cId="1204716729" sldId="284"/>
        </pc:sldMkLst>
        <pc:spChg chg="mod">
          <ac:chgData name="DANIEL ALBERTO PEREZ MORERA" userId="b71f61fa-2a10-40af-a76c-06b5b43d475d" providerId="ADAL" clId="{CCE38196-6549-48A5-B8F0-4FE1DF2DB2E5}" dt="2026-05-06T22:41:29.860" v="1629" actId="313"/>
          <ac:spMkLst>
            <pc:docMk/>
            <pc:sldMk cId="1204716729" sldId="284"/>
            <ac:spMk id="2" creationId="{9D4A7BA0-BAE9-C5DC-1332-900071FBEC84}"/>
          </ac:spMkLst>
        </pc:spChg>
        <pc:spChg chg="add del mod">
          <ac:chgData name="DANIEL ALBERTO PEREZ MORERA" userId="b71f61fa-2a10-40af-a76c-06b5b43d475d" providerId="ADAL" clId="{CCE38196-6549-48A5-B8F0-4FE1DF2DB2E5}" dt="2026-05-06T22:40:57.378" v="1613" actId="26606"/>
          <ac:spMkLst>
            <pc:docMk/>
            <pc:sldMk cId="1204716729" sldId="284"/>
            <ac:spMk id="3" creationId="{F8EF656F-21D0-76E1-440A-8B18791BE5EE}"/>
          </ac:spMkLst>
        </pc:spChg>
        <pc:graphicFrameChg chg="add del">
          <ac:chgData name="DANIEL ALBERTO PEREZ MORERA" userId="b71f61fa-2a10-40af-a76c-06b5b43d475d" providerId="ADAL" clId="{CCE38196-6549-48A5-B8F0-4FE1DF2DB2E5}" dt="2026-05-06T22:30:38.755" v="1604" actId="26606"/>
          <ac:graphicFrameMkLst>
            <pc:docMk/>
            <pc:sldMk cId="1204716729" sldId="284"/>
            <ac:graphicFrameMk id="14" creationId="{C1B8F153-0C7D-FB2E-F138-17A2C90FBDCE}"/>
          </ac:graphicFrameMkLst>
        </pc:graphicFrameChg>
        <pc:graphicFrameChg chg="add del">
          <ac:chgData name="DANIEL ALBERTO PEREZ MORERA" userId="b71f61fa-2a10-40af-a76c-06b5b43d475d" providerId="ADAL" clId="{CCE38196-6549-48A5-B8F0-4FE1DF2DB2E5}" dt="2026-05-06T22:31:13.836" v="1608" actId="26606"/>
          <ac:graphicFrameMkLst>
            <pc:docMk/>
            <pc:sldMk cId="1204716729" sldId="284"/>
            <ac:graphicFrameMk id="15" creationId="{9978F8D4-4D57-AD0C-20CC-DAE1BF52119E}"/>
          </ac:graphicFrameMkLst>
        </pc:graphicFrameChg>
        <pc:graphicFrameChg chg="add del">
          <ac:chgData name="DANIEL ALBERTO PEREZ MORERA" userId="b71f61fa-2a10-40af-a76c-06b5b43d475d" providerId="ADAL" clId="{CCE38196-6549-48A5-B8F0-4FE1DF2DB2E5}" dt="2026-05-06T22:30:46.251" v="1606" actId="26606"/>
          <ac:graphicFrameMkLst>
            <pc:docMk/>
            <pc:sldMk cId="1204716729" sldId="284"/>
            <ac:graphicFrameMk id="16" creationId="{8EE70299-36A4-A9BC-4683-6E3E49494027}"/>
          </ac:graphicFrameMkLst>
        </pc:graphicFrameChg>
        <pc:graphicFrameChg chg="add del mod">
          <ac:chgData name="DANIEL ALBERTO PEREZ MORERA" userId="b71f61fa-2a10-40af-a76c-06b5b43d475d" providerId="ADAL" clId="{CCE38196-6549-48A5-B8F0-4FE1DF2DB2E5}" dt="2026-05-06T22:31:27.608" v="1612" actId="26606"/>
          <ac:graphicFrameMkLst>
            <pc:docMk/>
            <pc:sldMk cId="1204716729" sldId="284"/>
            <ac:graphicFrameMk id="17" creationId="{16781CD7-DA59-FB62-2D30-9E11356BD020}"/>
          </ac:graphicFrameMkLst>
        </pc:graphicFrameChg>
        <pc:graphicFrameChg chg="add mod modGraphic">
          <ac:chgData name="DANIEL ALBERTO PEREZ MORERA" userId="b71f61fa-2a10-40af-a76c-06b5b43d475d" providerId="ADAL" clId="{CCE38196-6549-48A5-B8F0-4FE1DF2DB2E5}" dt="2026-05-07T01:00:53.437" v="2093" actId="20577"/>
          <ac:graphicFrameMkLst>
            <pc:docMk/>
            <pc:sldMk cId="1204716729" sldId="284"/>
            <ac:graphicFrameMk id="18" creationId="{E7FFD8DE-D541-2CE4-4DDE-3979F630DF54}"/>
          </ac:graphicFrameMkLst>
        </pc:graphicFrameChg>
      </pc:sldChg>
      <pc:sldChg chg="add del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2159616587" sldId="285"/>
        </pc:sldMkLst>
      </pc:sldChg>
      <pc:sldChg chg="modSp new del mod">
        <pc:chgData name="DANIEL ALBERTO PEREZ MORERA" userId="b71f61fa-2a10-40af-a76c-06b5b43d475d" providerId="ADAL" clId="{CCE38196-6549-48A5-B8F0-4FE1DF2DB2E5}" dt="2026-05-07T00:35:28.297" v="1754" actId="47"/>
        <pc:sldMkLst>
          <pc:docMk/>
          <pc:sldMk cId="2740748064" sldId="286"/>
        </pc:sldMkLst>
        <pc:spChg chg="mod">
          <ac:chgData name="DANIEL ALBERTO PEREZ MORERA" userId="b71f61fa-2a10-40af-a76c-06b5b43d475d" providerId="ADAL" clId="{CCE38196-6549-48A5-B8F0-4FE1DF2DB2E5}" dt="2026-05-07T00:35:14.180" v="1750" actId="20577"/>
          <ac:spMkLst>
            <pc:docMk/>
            <pc:sldMk cId="2740748064" sldId="286"/>
            <ac:spMk id="3" creationId="{1BFC7188-3CB9-8D42-3850-F0A11F3DB9E0}"/>
          </ac:spMkLst>
        </pc:spChg>
        <pc:spChg chg="mod">
          <ac:chgData name="DANIEL ALBERTO PEREZ MORERA" userId="b71f61fa-2a10-40af-a76c-06b5b43d475d" providerId="ADAL" clId="{CCE38196-6549-48A5-B8F0-4FE1DF2DB2E5}" dt="2026-05-07T00:35:03.888" v="1722"/>
          <ac:spMkLst>
            <pc:docMk/>
            <pc:sldMk cId="2740748064" sldId="286"/>
            <ac:spMk id="5" creationId="{58B89DD9-6535-54D1-756A-73C315922375}"/>
          </ac:spMkLst>
        </pc:spChg>
      </pc:sldChg>
      <pc:sldChg chg="addSp delSp modSp add mod ord">
        <pc:chgData name="DANIEL ALBERTO PEREZ MORERA" userId="b71f61fa-2a10-40af-a76c-06b5b43d475d" providerId="ADAL" clId="{CCE38196-6549-48A5-B8F0-4FE1DF2DB2E5}" dt="2026-05-07T01:48:14.647" v="2186" actId="478"/>
        <pc:sldMkLst>
          <pc:docMk/>
          <pc:sldMk cId="3805453594" sldId="287"/>
        </pc:sldMkLst>
        <pc:spChg chg="mod">
          <ac:chgData name="DANIEL ALBERTO PEREZ MORERA" userId="b71f61fa-2a10-40af-a76c-06b5b43d475d" providerId="ADAL" clId="{CCE38196-6549-48A5-B8F0-4FE1DF2DB2E5}" dt="2026-05-07T01:40:27.657" v="2134"/>
          <ac:spMkLst>
            <pc:docMk/>
            <pc:sldMk cId="3805453594" sldId="287"/>
            <ac:spMk id="2" creationId="{408D5F50-45F2-687A-8A1A-F8244CF9BC0D}"/>
          </ac:spMkLst>
        </pc:spChg>
        <pc:spChg chg="del">
          <ac:chgData name="DANIEL ALBERTO PEREZ MORERA" userId="b71f61fa-2a10-40af-a76c-06b5b43d475d" providerId="ADAL" clId="{CCE38196-6549-48A5-B8F0-4FE1DF2DB2E5}" dt="2026-05-07T00:37:05.040" v="1767" actId="478"/>
          <ac:spMkLst>
            <pc:docMk/>
            <pc:sldMk cId="3805453594" sldId="287"/>
            <ac:spMk id="3" creationId="{AD6E2358-D63E-E447-44D6-524C99ACDB71}"/>
          </ac:spMkLst>
        </pc:spChg>
        <pc:spChg chg="add del mod">
          <ac:chgData name="DANIEL ALBERTO PEREZ MORERA" userId="b71f61fa-2a10-40af-a76c-06b5b43d475d" providerId="ADAL" clId="{CCE38196-6549-48A5-B8F0-4FE1DF2DB2E5}" dt="2026-05-07T00:37:12.500" v="1769" actId="478"/>
          <ac:spMkLst>
            <pc:docMk/>
            <pc:sldMk cId="3805453594" sldId="287"/>
            <ac:spMk id="5" creationId="{FCA630B7-F967-D1C8-130E-B48B35393280}"/>
          </ac:spMkLst>
        </pc:spChg>
        <pc:spChg chg="add del mod">
          <ac:chgData name="DANIEL ALBERTO PEREZ MORERA" userId="b71f61fa-2a10-40af-a76c-06b5b43d475d" providerId="ADAL" clId="{CCE38196-6549-48A5-B8F0-4FE1DF2DB2E5}" dt="2026-05-07T01:48:14.647" v="2186" actId="478"/>
          <ac:spMkLst>
            <pc:docMk/>
            <pc:sldMk cId="3805453594" sldId="287"/>
            <ac:spMk id="13" creationId="{E99A0EF0-C288-8EB6-FB50-29305AB0314C}"/>
          </ac:spMkLst>
        </pc:spChg>
        <pc:picChg chg="add del">
          <ac:chgData name="DANIEL ALBERTO PEREZ MORERA" userId="b71f61fa-2a10-40af-a76c-06b5b43d475d" providerId="ADAL" clId="{CCE38196-6549-48A5-B8F0-4FE1DF2DB2E5}" dt="2026-05-07T01:41:47.294" v="2140" actId="478"/>
          <ac:picMkLst>
            <pc:docMk/>
            <pc:sldMk cId="3805453594" sldId="287"/>
            <ac:picMk id="4" creationId="{26E072CB-EEB6-3E8C-DC9A-24AC709BBA6E}"/>
          </ac:picMkLst>
        </pc:picChg>
        <pc:picChg chg="add mod">
          <ac:chgData name="DANIEL ALBERTO PEREZ MORERA" userId="b71f61fa-2a10-40af-a76c-06b5b43d475d" providerId="ADAL" clId="{CCE38196-6549-48A5-B8F0-4FE1DF2DB2E5}" dt="2026-05-07T01:47:07.224" v="2157" actId="1076"/>
          <ac:picMkLst>
            <pc:docMk/>
            <pc:sldMk cId="3805453594" sldId="287"/>
            <ac:picMk id="6" creationId="{9C4F1C70-0F9B-B5EB-0CDB-73F701645DE3}"/>
          </ac:picMkLst>
        </pc:picChg>
        <pc:picChg chg="add del mod">
          <ac:chgData name="DANIEL ALBERTO PEREZ MORERA" userId="b71f61fa-2a10-40af-a76c-06b5b43d475d" providerId="ADAL" clId="{CCE38196-6549-48A5-B8F0-4FE1DF2DB2E5}" dt="2026-05-07T00:37:52.198" v="1780" actId="478"/>
          <ac:picMkLst>
            <pc:docMk/>
            <pc:sldMk cId="3805453594" sldId="287"/>
            <ac:picMk id="7" creationId="{1DAAC9D2-8F60-43DD-6963-9AAF47CF6C96}"/>
          </ac:picMkLst>
        </pc:picChg>
        <pc:picChg chg="add mod">
          <ac:chgData name="DANIEL ALBERTO PEREZ MORERA" userId="b71f61fa-2a10-40af-a76c-06b5b43d475d" providerId="ADAL" clId="{CCE38196-6549-48A5-B8F0-4FE1DF2DB2E5}" dt="2026-05-07T01:47:20.047" v="2161" actId="1076"/>
          <ac:picMkLst>
            <pc:docMk/>
            <pc:sldMk cId="3805453594" sldId="287"/>
            <ac:picMk id="9" creationId="{499E4199-BDDA-F3C0-96F8-73B07A38E496}"/>
          </ac:picMkLst>
        </pc:picChg>
        <pc:picChg chg="add del mod">
          <ac:chgData name="DANIEL ALBERTO PEREZ MORERA" userId="b71f61fa-2a10-40af-a76c-06b5b43d475d" providerId="ADAL" clId="{CCE38196-6549-48A5-B8F0-4FE1DF2DB2E5}" dt="2026-05-07T01:40:29.732" v="2135" actId="478"/>
          <ac:picMkLst>
            <pc:docMk/>
            <pc:sldMk cId="3805453594" sldId="287"/>
            <ac:picMk id="11" creationId="{1AEDA045-71AD-FB2C-AEE0-8E214DD4BB1F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1:40:39.102" v="2138" actId="47"/>
        <pc:sldMkLst>
          <pc:docMk/>
          <pc:sldMk cId="758623205" sldId="288"/>
        </pc:sldMkLst>
        <pc:spChg chg="mod">
          <ac:chgData name="DANIEL ALBERTO PEREZ MORERA" userId="b71f61fa-2a10-40af-a76c-06b5b43d475d" providerId="ADAL" clId="{CCE38196-6549-48A5-B8F0-4FE1DF2DB2E5}" dt="2026-05-07T00:39:03.170" v="1799" actId="20577"/>
          <ac:spMkLst>
            <pc:docMk/>
            <pc:sldMk cId="758623205" sldId="288"/>
            <ac:spMk id="2" creationId="{93BE630F-E9A4-453D-460F-C22B14278EB8}"/>
          </ac:spMkLst>
        </pc:spChg>
        <pc:picChg chg="add mod">
          <ac:chgData name="DANIEL ALBERTO PEREZ MORERA" userId="b71f61fa-2a10-40af-a76c-06b5b43d475d" providerId="ADAL" clId="{CCE38196-6549-48A5-B8F0-4FE1DF2DB2E5}" dt="2026-05-07T00:42:23.111" v="1803" actId="1076"/>
          <ac:picMkLst>
            <pc:docMk/>
            <pc:sldMk cId="758623205" sldId="288"/>
            <ac:picMk id="4" creationId="{8CDC7844-19AF-F483-CE2F-83527E02715F}"/>
          </ac:picMkLst>
        </pc:picChg>
        <pc:picChg chg="del mod">
          <ac:chgData name="DANIEL ALBERTO PEREZ MORERA" userId="b71f61fa-2a10-40af-a76c-06b5b43d475d" providerId="ADAL" clId="{CCE38196-6549-48A5-B8F0-4FE1DF2DB2E5}" dt="2026-05-07T00:42:20.147" v="1802" actId="478"/>
          <ac:picMkLst>
            <pc:docMk/>
            <pc:sldMk cId="758623205" sldId="288"/>
            <ac:picMk id="11" creationId="{7FA4E757-13DA-0CB8-9337-7BA0709DDEB8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5-07T01:49:36.487" v="2202" actId="1076"/>
        <pc:sldMkLst>
          <pc:docMk/>
          <pc:sldMk cId="3953213494" sldId="288"/>
        </pc:sldMkLst>
        <pc:spChg chg="mod">
          <ac:chgData name="DANIEL ALBERTO PEREZ MORERA" userId="b71f61fa-2a10-40af-a76c-06b5b43d475d" providerId="ADAL" clId="{CCE38196-6549-48A5-B8F0-4FE1DF2DB2E5}" dt="2026-05-07T01:42:27.652" v="2146"/>
          <ac:spMkLst>
            <pc:docMk/>
            <pc:sldMk cId="3953213494" sldId="288"/>
            <ac:spMk id="2" creationId="{69AAB4A5-3870-E59E-1F99-0C75A7ADFBDE}"/>
          </ac:spMkLst>
        </pc:spChg>
        <pc:picChg chg="add mod">
          <ac:chgData name="DANIEL ALBERTO PEREZ MORERA" userId="b71f61fa-2a10-40af-a76c-06b5b43d475d" providerId="ADAL" clId="{CCE38196-6549-48A5-B8F0-4FE1DF2DB2E5}" dt="2026-05-07T01:49:36.487" v="2202" actId="1076"/>
          <ac:picMkLst>
            <pc:docMk/>
            <pc:sldMk cId="3953213494" sldId="288"/>
            <ac:picMk id="4" creationId="{B94D1D2E-2C3D-4BD5-5D5A-37CD5BBA7FE3}"/>
          </ac:picMkLst>
        </pc:picChg>
        <pc:picChg chg="del">
          <ac:chgData name="DANIEL ALBERTO PEREZ MORERA" userId="b71f61fa-2a10-40af-a76c-06b5b43d475d" providerId="ADAL" clId="{CCE38196-6549-48A5-B8F0-4FE1DF2DB2E5}" dt="2026-05-07T01:43:00.764" v="2147" actId="478"/>
          <ac:picMkLst>
            <pc:docMk/>
            <pc:sldMk cId="3953213494" sldId="288"/>
            <ac:picMk id="6" creationId="{7B744E9F-7F15-D9C1-8A21-8408CE11D5B4}"/>
          </ac:picMkLst>
        </pc:picChg>
        <pc:picChg chg="add mod">
          <ac:chgData name="DANIEL ALBERTO PEREZ MORERA" userId="b71f61fa-2a10-40af-a76c-06b5b43d475d" providerId="ADAL" clId="{CCE38196-6549-48A5-B8F0-4FE1DF2DB2E5}" dt="2026-05-07T01:49:34.970" v="2201" actId="1076"/>
          <ac:picMkLst>
            <pc:docMk/>
            <pc:sldMk cId="3953213494" sldId="288"/>
            <ac:picMk id="7" creationId="{3B857805-F763-37E3-1567-C5516AC4B7AC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1:40:39.102" v="2138" actId="47"/>
        <pc:sldMkLst>
          <pc:docMk/>
          <pc:sldMk cId="104984588" sldId="289"/>
        </pc:sldMkLst>
        <pc:spChg chg="mod">
          <ac:chgData name="DANIEL ALBERTO PEREZ MORERA" userId="b71f61fa-2a10-40af-a76c-06b5b43d475d" providerId="ADAL" clId="{CCE38196-6549-48A5-B8F0-4FE1DF2DB2E5}" dt="2026-05-07T00:42:50.738" v="1812" actId="20577"/>
          <ac:spMkLst>
            <pc:docMk/>
            <pc:sldMk cId="104984588" sldId="289"/>
            <ac:spMk id="2" creationId="{8BF0D43C-A328-2D8D-7B69-ADE83B8D8256}"/>
          </ac:spMkLst>
        </pc:spChg>
        <pc:spChg chg="add del">
          <ac:chgData name="DANIEL ALBERTO PEREZ MORERA" userId="b71f61fa-2a10-40af-a76c-06b5b43d475d" providerId="ADAL" clId="{CCE38196-6549-48A5-B8F0-4FE1DF2DB2E5}" dt="2026-05-07T00:45:24.713" v="1815" actId="22"/>
          <ac:spMkLst>
            <pc:docMk/>
            <pc:sldMk cId="104984588" sldId="289"/>
            <ac:spMk id="5" creationId="{27B49D15-2E53-B06E-A7DF-101C23C71BF7}"/>
          </ac:spMkLst>
        </pc:spChg>
        <pc:spChg chg="add del">
          <ac:chgData name="DANIEL ALBERTO PEREZ MORERA" userId="b71f61fa-2a10-40af-a76c-06b5b43d475d" providerId="ADAL" clId="{CCE38196-6549-48A5-B8F0-4FE1DF2DB2E5}" dt="2026-05-07T00:45:27.128" v="1817" actId="22"/>
          <ac:spMkLst>
            <pc:docMk/>
            <pc:sldMk cId="104984588" sldId="289"/>
            <ac:spMk id="7" creationId="{FAF1BDF2-A85E-EAFB-A81E-986212770EC1}"/>
          </ac:spMkLst>
        </pc:spChg>
        <pc:picChg chg="del">
          <ac:chgData name="DANIEL ALBERTO PEREZ MORERA" userId="b71f61fa-2a10-40af-a76c-06b5b43d475d" providerId="ADAL" clId="{CCE38196-6549-48A5-B8F0-4FE1DF2DB2E5}" dt="2026-05-07T00:45:20.165" v="1813" actId="478"/>
          <ac:picMkLst>
            <pc:docMk/>
            <pc:sldMk cId="104984588" sldId="289"/>
            <ac:picMk id="4" creationId="{5F3BEB32-0739-ED95-95E3-55B229094054}"/>
          </ac:picMkLst>
        </pc:picChg>
        <pc:picChg chg="add mod">
          <ac:chgData name="DANIEL ALBERTO PEREZ MORERA" userId="b71f61fa-2a10-40af-a76c-06b5b43d475d" providerId="ADAL" clId="{CCE38196-6549-48A5-B8F0-4FE1DF2DB2E5}" dt="2026-05-07T00:45:36.082" v="1819" actId="1076"/>
          <ac:picMkLst>
            <pc:docMk/>
            <pc:sldMk cId="104984588" sldId="289"/>
            <ac:picMk id="11" creationId="{2D77B159-52B9-7D8A-8F0B-CE30CA0BBAB3}"/>
          </ac:picMkLst>
        </pc:picChg>
      </pc:sldChg>
      <pc:sldChg chg="addSp delSp modSp add del mod ord">
        <pc:chgData name="DANIEL ALBERTO PEREZ MORERA" userId="b71f61fa-2a10-40af-a76c-06b5b43d475d" providerId="ADAL" clId="{CCE38196-6549-48A5-B8F0-4FE1DF2DB2E5}" dt="2026-05-07T01:40:39.102" v="2138" actId="47"/>
        <pc:sldMkLst>
          <pc:docMk/>
          <pc:sldMk cId="2972522738" sldId="290"/>
        </pc:sldMkLst>
        <pc:spChg chg="mod">
          <ac:chgData name="DANIEL ALBERTO PEREZ MORERA" userId="b71f61fa-2a10-40af-a76c-06b5b43d475d" providerId="ADAL" clId="{CCE38196-6549-48A5-B8F0-4FE1DF2DB2E5}" dt="2026-05-07T00:46:09.983" v="1843" actId="20577"/>
          <ac:spMkLst>
            <pc:docMk/>
            <pc:sldMk cId="2972522738" sldId="290"/>
            <ac:spMk id="2" creationId="{2B9BC924-3AC9-458C-554D-6FC5A210CD30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5-07T00:50:45.820" v="1995" actId="1076"/>
          <ac:graphicFrameMkLst>
            <pc:docMk/>
            <pc:sldMk cId="2972522738" sldId="290"/>
            <ac:graphicFrameMk id="3" creationId="{E63AE6C7-DBBA-24E4-112B-808DA593CAC5}"/>
          </ac:graphicFrameMkLst>
        </pc:graphicFrameChg>
        <pc:picChg chg="del">
          <ac:chgData name="DANIEL ALBERTO PEREZ MORERA" userId="b71f61fa-2a10-40af-a76c-06b5b43d475d" providerId="ADAL" clId="{CCE38196-6549-48A5-B8F0-4FE1DF2DB2E5}" dt="2026-05-07T00:46:25.468" v="1844" actId="478"/>
          <ac:picMkLst>
            <pc:docMk/>
            <pc:sldMk cId="2972522738" sldId="290"/>
            <ac:picMk id="11" creationId="{1C6AF791-EDF2-E0C7-81D5-87BABC735B11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1:40:39.102" v="2138" actId="47"/>
        <pc:sldMkLst>
          <pc:docMk/>
          <pc:sldMk cId="3128563838" sldId="291"/>
        </pc:sldMkLst>
        <pc:spChg chg="mod">
          <ac:chgData name="DANIEL ALBERTO PEREZ MORERA" userId="b71f61fa-2a10-40af-a76c-06b5b43d475d" providerId="ADAL" clId="{CCE38196-6549-48A5-B8F0-4FE1DF2DB2E5}" dt="2026-05-07T00:52:19.253" v="2000"/>
          <ac:spMkLst>
            <pc:docMk/>
            <pc:sldMk cId="3128563838" sldId="291"/>
            <ac:spMk id="2" creationId="{893DC8B1-8773-CDF2-5C2B-28374F654E1F}"/>
          </ac:spMkLst>
        </pc:spChg>
        <pc:picChg chg="add mod">
          <ac:chgData name="DANIEL ALBERTO PEREZ MORERA" userId="b71f61fa-2a10-40af-a76c-06b5b43d475d" providerId="ADAL" clId="{CCE38196-6549-48A5-B8F0-4FE1DF2DB2E5}" dt="2026-05-07T00:54:14.054" v="2005" actId="1076"/>
          <ac:picMkLst>
            <pc:docMk/>
            <pc:sldMk cId="3128563838" sldId="291"/>
            <ac:picMk id="4" creationId="{2C0D8A85-6695-C7B2-73E1-1BE1A0F1EB6C}"/>
          </ac:picMkLst>
        </pc:picChg>
        <pc:picChg chg="del mod">
          <ac:chgData name="DANIEL ALBERTO PEREZ MORERA" userId="b71f61fa-2a10-40af-a76c-06b5b43d475d" providerId="ADAL" clId="{CCE38196-6549-48A5-B8F0-4FE1DF2DB2E5}" dt="2026-05-07T00:52:20.652" v="2002" actId="478"/>
          <ac:picMkLst>
            <pc:docMk/>
            <pc:sldMk cId="3128563838" sldId="291"/>
            <ac:picMk id="11" creationId="{125F7235-3E41-34C1-276F-D8BF6486F3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9530-64A9-4925-8D5E-E0CCBAA792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6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Funciones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D8F90-21A7-E50D-9BFC-DB988652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EBADC-188C-34DB-6A18-D5EE13CD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CR" sz="3600" b="1">
                <a:solidFill>
                  <a:srgbClr val="FFFFFF"/>
                </a:solidFill>
              </a:rPr>
              <a:t>¿</a:t>
            </a:r>
            <a:r>
              <a:rPr lang="es-ES" sz="3600" b="1">
                <a:solidFill>
                  <a:srgbClr val="FFFFFF"/>
                </a:solidFill>
              </a:rPr>
              <a:t>Que es una función</a:t>
            </a:r>
            <a:r>
              <a:rPr lang="en-US" sz="36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34AFE-0D8A-BD0D-9EAF-B90E4DC0A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 dirty="0"/>
              <a:t>Es un bloque de código reutilizable que realiza una tarea específica y que puede recibir datos de entrada y devolver un resultado.</a:t>
            </a:r>
          </a:p>
        </p:txBody>
      </p:sp>
    </p:spTree>
    <p:extLst>
      <p:ext uri="{BB962C8B-B14F-4D97-AF65-F5344CB8AC3E}">
        <p14:creationId xmlns:p14="http://schemas.microsoft.com/office/powerpoint/2010/main" val="966744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70EEC-49BA-37A5-4319-12C2FCAE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46A98F-282E-11F4-DA36-25AB19304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D6329-60CB-3B05-BBA1-03FE1790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D5F50-45F2-687A-8A1A-F8244CF9B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Creación de funciones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384353-5089-1358-2F19-3AB4BD382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4F1C70-0F9B-B5EB-0CDB-73F70164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77" y="686313"/>
            <a:ext cx="5824713" cy="23758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9E4199-BDDA-F3C0-96F8-73B07A38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777" y="3575076"/>
            <a:ext cx="5824713" cy="284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5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1AA4-995F-0FF6-1E82-B3D27945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7816CD-E30B-F5E2-92F6-CC74F21FF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309C62-0685-F11A-A491-E64F8CFB2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AB4A5-3870-E59E-1F99-0C75A7AD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Uso de parámetros y argumentos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1B874-7BB8-50EB-6446-60224F524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4D1D2E-2C3D-4BD5-5D5A-37CD5BBA7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568" y="392035"/>
            <a:ext cx="5665126" cy="25343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857805-F763-37E3-1567-C5516AC4B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569" y="3318468"/>
            <a:ext cx="5665125" cy="323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1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/>
              <a:t>Actividad 5:</a:t>
            </a:r>
            <a:r>
              <a:rPr lang="es-ES"/>
              <a:t> </a:t>
            </a:r>
            <a:r>
              <a:rPr lang="en-US" dirty="0"/>
              <a:t>Cajero Automático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FB23-DAA6-14D7-0050-88F3EA35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10058400" cy="4023359"/>
          </a:xfrm>
        </p:spPr>
        <p:txBody>
          <a:bodyPr>
            <a:normAutofit/>
          </a:bodyPr>
          <a:lstStyle/>
          <a:p>
            <a:r>
              <a:rPr lang="es-ES" dirty="0"/>
              <a:t>Desarrolle un programa en Python que simule las operaciones básicas de un cajero automático.</a:t>
            </a:r>
            <a:br>
              <a:rPr lang="es-ES" dirty="0"/>
            </a:br>
            <a:r>
              <a:rPr lang="es-ES" dirty="0"/>
              <a:t>El sistema debe permitir al usuario consultar saldo, depositar dinero y retirar dinero utilizando funciones.</a:t>
            </a:r>
          </a:p>
          <a:p>
            <a:r>
              <a:rPr lang="es-ES" b="1" dirty="0"/>
              <a:t>Requisitos</a:t>
            </a:r>
          </a:p>
          <a:p>
            <a:r>
              <a:rPr lang="es-ES" dirty="0"/>
              <a:t>El programa debe incluir, como mínimo, las siguientes funciones:</a:t>
            </a:r>
          </a:p>
          <a:p>
            <a:pPr marL="457200" indent="-457200">
              <a:buFont typeface="+mj-lt"/>
              <a:buAutoNum type="arabicPeriod"/>
            </a:pPr>
            <a:r>
              <a:rPr lang="es-ES" b="1" dirty="0"/>
              <a:t>Función para consultar saldo: </a:t>
            </a:r>
            <a:r>
              <a:rPr lang="es-ES" dirty="0"/>
              <a:t>debe retornar o mostrar el saldo actual de la cuenta.</a:t>
            </a:r>
          </a:p>
          <a:p>
            <a:pPr marL="457200" indent="-457200">
              <a:buFont typeface="+mj-lt"/>
              <a:buAutoNum type="arabicPeriod"/>
            </a:pPr>
            <a:r>
              <a:rPr lang="es-ES" b="1" dirty="0"/>
              <a:t>Función para depositar</a:t>
            </a:r>
            <a:r>
              <a:rPr lang="en-US" b="1" dirty="0"/>
              <a:t>: </a:t>
            </a:r>
            <a:r>
              <a:rPr lang="en-US" dirty="0"/>
              <a:t>d</a:t>
            </a:r>
            <a:r>
              <a:rPr lang="es-ES" dirty="0"/>
              <a:t>ebe solicitar un monto, sumar el monto al saldo y retornar el nuevo saldo.</a:t>
            </a:r>
          </a:p>
          <a:p>
            <a:pPr marL="457200" indent="-457200">
              <a:buFont typeface="+mj-lt"/>
              <a:buAutoNum type="arabicPeriod"/>
            </a:pPr>
            <a:r>
              <a:rPr lang="es-ES" b="1" dirty="0"/>
              <a:t>Función para retirar: </a:t>
            </a:r>
            <a:r>
              <a:rPr lang="es-ES" dirty="0"/>
              <a:t>debe solicitar un monto verificar si hay saldo suficiente descontar el dinero  retornar el nuevo saldo. </a:t>
            </a:r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449</TotalTime>
  <Words>153</Words>
  <Application>Microsoft Office PowerPoint</Application>
  <PresentationFormat>Panorámica</PresentationFormat>
  <Paragraphs>14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Calibri</vt:lpstr>
      <vt:lpstr>Calibri Light</vt:lpstr>
      <vt:lpstr>Retrospect</vt:lpstr>
      <vt:lpstr>Funciones</vt:lpstr>
      <vt:lpstr>¿Que es una función?</vt:lpstr>
      <vt:lpstr>Creación de funciones</vt:lpstr>
      <vt:lpstr>Uso de parámetros y argumentos</vt:lpstr>
      <vt:lpstr>Actividad 5: Cajero Automático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2026-05-07T02:01:23Z</dcterms:modified>
</cp:coreProperties>
</file>