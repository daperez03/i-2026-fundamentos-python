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69" r:id="rId3"/>
    <p:sldId id="284" r:id="rId4"/>
    <p:sldId id="280" r:id="rId5"/>
    <p:sldId id="287" r:id="rId6"/>
    <p:sldId id="288" r:id="rId7"/>
    <p:sldId id="289" r:id="rId8"/>
    <p:sldId id="291" r:id="rId9"/>
    <p:sldId id="290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2C818-CE43-4C84-8E68-1DD48440F036}" v="33" dt="2026-05-07T01:00:51.978"/>
    <p1510:client id="{BEE5BB87-6DBE-4E9C-954F-080199D5AC26}" v="15" dt="2026-05-06T22:12:15.7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4660"/>
  </p:normalViewPr>
  <p:slideViewPr>
    <p:cSldViewPr snapToGrid="0">
      <p:cViewPr>
        <p:scale>
          <a:sx n="66" d="100"/>
          <a:sy n="66" d="100"/>
        </p:scale>
        <p:origin x="1368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PEREZ MORERA" userId="b71f61fa-2a10-40af-a76c-06b5b43d475d" providerId="ADAL" clId="{CCE38196-6549-48A5-B8F0-4FE1DF2DB2E5}"/>
    <pc:docChg chg="undo redo custSel addSld delSld modSld sldOrd">
      <pc:chgData name="DANIEL ALBERTO PEREZ MORERA" userId="b71f61fa-2a10-40af-a76c-06b5b43d475d" providerId="ADAL" clId="{CCE38196-6549-48A5-B8F0-4FE1DF2DB2E5}" dt="2026-05-07T01:00:53.437" v="2093" actId="20577"/>
      <pc:docMkLst>
        <pc:docMk/>
      </pc:docMkLst>
      <pc:sldChg chg="modSp new mod">
        <pc:chgData name="DANIEL ALBERTO PEREZ MORERA" userId="b71f61fa-2a10-40af-a76c-06b5b43d475d" providerId="ADAL" clId="{CCE38196-6549-48A5-B8F0-4FE1DF2DB2E5}" dt="2026-05-06T22:22:58.519" v="1384" actId="20577"/>
        <pc:sldMkLst>
          <pc:docMk/>
          <pc:sldMk cId="1807559037" sldId="256"/>
        </pc:sldMkLst>
        <pc:spChg chg="mod">
          <ac:chgData name="DANIEL ALBERTO PEREZ MORERA" userId="b71f61fa-2a10-40af-a76c-06b5b43d475d" providerId="ADAL" clId="{CCE38196-6549-48A5-B8F0-4FE1DF2DB2E5}" dt="2026-05-06T22:22:58.519" v="1384" actId="20577"/>
          <ac:spMkLst>
            <pc:docMk/>
            <pc:sldMk cId="1807559037" sldId="256"/>
            <ac:spMk id="2" creationId="{1D8FDC1A-6045-17E2-6EDD-50C40FEC50CB}"/>
          </ac:spMkLst>
        </pc:spChg>
      </pc:sldChg>
      <pc:sldChg chg="addSp delSp modSp new mod setBg">
        <pc:chgData name="DANIEL ALBERTO PEREZ MORERA" userId="b71f61fa-2a10-40af-a76c-06b5b43d475d" providerId="ADAL" clId="{CCE38196-6549-48A5-B8F0-4FE1DF2DB2E5}" dt="2026-05-06T22:26:25.102" v="1474" actId="26606"/>
        <pc:sldMkLst>
          <pc:docMk/>
          <pc:sldMk cId="1885970478" sldId="269"/>
        </pc:sldMkLst>
        <pc:spChg chg="mod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2" creationId="{CFC98DB1-9D18-44EB-3FAD-115B8F760B2F}"/>
          </ac:spMkLst>
        </pc:spChg>
        <pc:spChg chg="add del mod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3" creationId="{E6227F29-732F-EF7E-CD5E-C4A84CF128FE}"/>
          </ac:spMkLst>
        </pc:spChg>
        <pc:spChg chg="add del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8" creationId="{3741B58E-3B65-4A01-A276-975AB2CF8A08}"/>
          </ac:spMkLst>
        </pc:spChg>
        <pc:spChg chg="add del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10" creationId="{7AAC67C3-831B-4AB1-A259-DFB839CAFAFC}"/>
          </ac:spMkLst>
        </pc:spChg>
        <pc:spChg chg="add del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12" creationId="{054B3F04-9EAC-45C0-B3CE-0387EEA10A0C}"/>
          </ac:spMkLst>
        </pc:spChg>
        <pc:spChg chg="add del">
          <ac:chgData name="DANIEL ALBERTO PEREZ MORERA" userId="b71f61fa-2a10-40af-a76c-06b5b43d475d" providerId="ADAL" clId="{CCE38196-6549-48A5-B8F0-4FE1DF2DB2E5}" dt="2026-05-06T22:26:13.558" v="1469" actId="26606"/>
          <ac:spMkLst>
            <pc:docMk/>
            <pc:sldMk cId="1885970478" sldId="269"/>
            <ac:spMk id="18" creationId="{EE1530B0-6F96-46C0-8B3E-3215CB756BE4}"/>
          </ac:spMkLst>
        </pc:spChg>
        <pc:spChg chg="add del">
          <ac:chgData name="DANIEL ALBERTO PEREZ MORERA" userId="b71f61fa-2a10-40af-a76c-06b5b43d475d" providerId="ADAL" clId="{CCE38196-6549-48A5-B8F0-4FE1DF2DB2E5}" dt="2026-05-06T22:26:25.100" v="1473" actId="26606"/>
          <ac:spMkLst>
            <pc:docMk/>
            <pc:sldMk cId="1885970478" sldId="269"/>
            <ac:spMk id="19" creationId="{13BCCAE5-A35B-4B66-A4A7-E23C34A403A4}"/>
          </ac:spMkLst>
        </pc:spChg>
        <pc:spChg chg="add del">
          <ac:chgData name="DANIEL ALBERTO PEREZ MORERA" userId="b71f61fa-2a10-40af-a76c-06b5b43d475d" providerId="ADAL" clId="{CCE38196-6549-48A5-B8F0-4FE1DF2DB2E5}" dt="2026-05-06T22:26:13.558" v="1469" actId="26606"/>
          <ac:spMkLst>
            <pc:docMk/>
            <pc:sldMk cId="1885970478" sldId="269"/>
            <ac:spMk id="20" creationId="{754910CF-1B56-45D3-960A-E89F7B3B9131}"/>
          </ac:spMkLst>
        </pc:spChg>
        <pc:spChg chg="add del">
          <ac:chgData name="DANIEL ALBERTO PEREZ MORERA" userId="b71f61fa-2a10-40af-a76c-06b5b43d475d" providerId="ADAL" clId="{CCE38196-6549-48A5-B8F0-4FE1DF2DB2E5}" dt="2026-05-06T22:26:13.558" v="1469" actId="26606"/>
          <ac:spMkLst>
            <pc:docMk/>
            <pc:sldMk cId="1885970478" sldId="269"/>
            <ac:spMk id="22" creationId="{6669F804-A677-4B75-95F4-A5E4426FB774}"/>
          </ac:spMkLst>
        </pc:spChg>
        <pc:spChg chg="add del">
          <ac:chgData name="DANIEL ALBERTO PEREZ MORERA" userId="b71f61fa-2a10-40af-a76c-06b5b43d475d" providerId="ADAL" clId="{CCE38196-6549-48A5-B8F0-4FE1DF2DB2E5}" dt="2026-05-06T22:26:25.100" v="1473" actId="26606"/>
          <ac:spMkLst>
            <pc:docMk/>
            <pc:sldMk cId="1885970478" sldId="269"/>
            <ac:spMk id="23" creationId="{BD7A74B5-8367-4A83-ABEC-0FCDDE97B149}"/>
          </ac:spMkLst>
        </pc:spChg>
        <pc:spChg chg="add del">
          <ac:chgData name="DANIEL ALBERTO PEREZ MORERA" userId="b71f61fa-2a10-40af-a76c-06b5b43d475d" providerId="ADAL" clId="{CCE38196-6549-48A5-B8F0-4FE1DF2DB2E5}" dt="2026-05-06T22:26:20.930" v="1471" actId="26606"/>
          <ac:spMkLst>
            <pc:docMk/>
            <pc:sldMk cId="1885970478" sldId="269"/>
            <ac:spMk id="24" creationId="{EE1530B0-6F96-46C0-8B3E-3215CB756BE4}"/>
          </ac:spMkLst>
        </pc:spChg>
        <pc:spChg chg="add del">
          <ac:chgData name="DANIEL ALBERTO PEREZ MORERA" userId="b71f61fa-2a10-40af-a76c-06b5b43d475d" providerId="ADAL" clId="{CCE38196-6549-48A5-B8F0-4FE1DF2DB2E5}" dt="2026-05-06T22:26:20.930" v="1471" actId="26606"/>
          <ac:spMkLst>
            <pc:docMk/>
            <pc:sldMk cId="1885970478" sldId="269"/>
            <ac:spMk id="25" creationId="{754910CF-1B56-45D3-960A-E89F7B3B9131}"/>
          </ac:spMkLst>
        </pc:spChg>
        <pc:spChg chg="add del">
          <ac:chgData name="DANIEL ALBERTO PEREZ MORERA" userId="b71f61fa-2a10-40af-a76c-06b5b43d475d" providerId="ADAL" clId="{CCE38196-6549-48A5-B8F0-4FE1DF2DB2E5}" dt="2026-05-06T22:26:20.930" v="1471" actId="26606"/>
          <ac:spMkLst>
            <pc:docMk/>
            <pc:sldMk cId="1885970478" sldId="269"/>
            <ac:spMk id="26" creationId="{6669F804-A677-4B75-95F4-A5E4426FB774}"/>
          </ac:spMkLst>
        </pc:spChg>
        <pc:spChg chg="add del">
          <ac:chgData name="DANIEL ALBERTO PEREZ MORERA" userId="b71f61fa-2a10-40af-a76c-06b5b43d475d" providerId="ADAL" clId="{CCE38196-6549-48A5-B8F0-4FE1DF2DB2E5}" dt="2026-05-06T22:26:25.100" v="1473" actId="26606"/>
          <ac:spMkLst>
            <pc:docMk/>
            <pc:sldMk cId="1885970478" sldId="269"/>
            <ac:spMk id="29" creationId="{E6227F29-732F-EF7E-CD5E-C4A84CF128FE}"/>
          </ac:spMkLst>
        </pc:spChg>
        <pc:spChg chg="add del">
          <ac:chgData name="DANIEL ALBERTO PEREZ MORERA" userId="b71f61fa-2a10-40af-a76c-06b5b43d475d" providerId="ADAL" clId="{CCE38196-6549-48A5-B8F0-4FE1DF2DB2E5}" dt="2026-05-06T22:26:25.100" v="1473" actId="26606"/>
          <ac:spMkLst>
            <pc:docMk/>
            <pc:sldMk cId="1885970478" sldId="269"/>
            <ac:spMk id="30" creationId="{2CC184B0-C2C6-4BF0-B078-816C7AF95977}"/>
          </ac:spMkLst>
        </pc:spChg>
        <pc:spChg chg="add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32" creationId="{08CB54FC-0B2A-4107-9A70-958B90B76585}"/>
          </ac:spMkLst>
        </pc:spChg>
        <pc:spChg chg="add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35" creationId="{E6227F29-732F-EF7E-CD5E-C4A84CF128FE}"/>
          </ac:spMkLst>
        </pc:spChg>
        <pc:spChg chg="add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36" creationId="{6587DBF8-5C50-4034-8B79-FE54A01A8E15}"/>
          </ac:spMkLst>
        </pc:spChg>
        <pc:spChg chg="add">
          <ac:chgData name="DANIEL ALBERTO PEREZ MORERA" userId="b71f61fa-2a10-40af-a76c-06b5b43d475d" providerId="ADAL" clId="{CCE38196-6549-48A5-B8F0-4FE1DF2DB2E5}" dt="2026-05-06T22:26:25.102" v="1474" actId="26606"/>
          <ac:spMkLst>
            <pc:docMk/>
            <pc:sldMk cId="1885970478" sldId="269"/>
            <ac:spMk id="37" creationId="{14720853-E885-4BE5-BFE2-24004CEF6952}"/>
          </ac:spMkLst>
        </pc:spChg>
        <pc:graphicFrameChg chg="add del">
          <ac:chgData name="DANIEL ALBERTO PEREZ MORERA" userId="b71f61fa-2a10-40af-a76c-06b5b43d475d" providerId="ADAL" clId="{CCE38196-6549-48A5-B8F0-4FE1DF2DB2E5}" dt="2026-05-06T22:26:13.558" v="1469" actId="26606"/>
          <ac:graphicFrameMkLst>
            <pc:docMk/>
            <pc:sldMk cId="1885970478" sldId="269"/>
            <ac:graphicFrameMk id="14" creationId="{4B075A81-5ECD-30D3-6254-08FCA3ADEA17}"/>
          </ac:graphicFrameMkLst>
        </pc:graphicFrameChg>
        <pc:graphicFrameChg chg="add del">
          <ac:chgData name="DANIEL ALBERTO PEREZ MORERA" userId="b71f61fa-2a10-40af-a76c-06b5b43d475d" providerId="ADAL" clId="{CCE38196-6549-48A5-B8F0-4FE1DF2DB2E5}" dt="2026-05-06T22:26:20.930" v="1471" actId="26606"/>
          <ac:graphicFrameMkLst>
            <pc:docMk/>
            <pc:sldMk cId="1885970478" sldId="269"/>
            <ac:graphicFrameMk id="27" creationId="{F0835A9A-3440-3FEF-65DB-876E51A35093}"/>
          </ac:graphicFrameMkLst>
        </pc:graphicFrameChg>
        <pc:picChg chg="add del mod">
          <ac:chgData name="DANIEL ALBERTO PEREZ MORERA" userId="b71f61fa-2a10-40af-a76c-06b5b43d475d" providerId="ADAL" clId="{CCE38196-6549-48A5-B8F0-4FE1DF2DB2E5}" dt="2026-05-06T20:53:04" v="1221" actId="478"/>
          <ac:picMkLst>
            <pc:docMk/>
            <pc:sldMk cId="1885970478" sldId="269"/>
            <ac:picMk id="5" creationId="{C3648D67-443F-2668-53E2-F45BB2D0A956}"/>
          </ac:picMkLst>
        </pc:picChg>
        <pc:picChg chg="add del">
          <ac:chgData name="DANIEL ALBERTO PEREZ MORERA" userId="b71f61fa-2a10-40af-a76c-06b5b43d475d" providerId="ADAL" clId="{CCE38196-6549-48A5-B8F0-4FE1DF2DB2E5}" dt="2026-05-06T22:26:25.100" v="1473" actId="26606"/>
          <ac:picMkLst>
            <pc:docMk/>
            <pc:sldMk cId="1885970478" sldId="269"/>
            <ac:picMk id="16" creationId="{B843220E-B50C-1245-C538-2D08C2284B2A}"/>
          </ac:picMkLst>
        </pc:picChg>
        <pc:picChg chg="add">
          <ac:chgData name="DANIEL ALBERTO PEREZ MORERA" userId="b71f61fa-2a10-40af-a76c-06b5b43d475d" providerId="ADAL" clId="{CCE38196-6549-48A5-B8F0-4FE1DF2DB2E5}" dt="2026-05-06T22:26:25.102" v="1474" actId="26606"/>
          <ac:picMkLst>
            <pc:docMk/>
            <pc:sldMk cId="1885970478" sldId="269"/>
            <ac:picMk id="33" creationId="{AE2B33B0-070B-3E3D-509C-90378A3E6B89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5-06T21:16:19.563" v="1339" actId="47"/>
        <pc:sldMkLst>
          <pc:docMk/>
          <pc:sldMk cId="1110555708" sldId="270"/>
        </pc:sldMkLst>
      </pc:sldChg>
      <pc:sldChg chg="addSp delSp modSp add del mod">
        <pc:chgData name="DANIEL ALBERTO PEREZ MORERA" userId="b71f61fa-2a10-40af-a76c-06b5b43d475d" providerId="ADAL" clId="{CCE38196-6549-48A5-B8F0-4FE1DF2DB2E5}" dt="2026-05-06T21:16:19.563" v="1339" actId="47"/>
        <pc:sldMkLst>
          <pc:docMk/>
          <pc:sldMk cId="2924634673" sldId="271"/>
        </pc:sldMkLst>
      </pc:sldChg>
      <pc:sldChg chg="modSp add del mod">
        <pc:chgData name="DANIEL ALBERTO PEREZ MORERA" userId="b71f61fa-2a10-40af-a76c-06b5b43d475d" providerId="ADAL" clId="{CCE38196-6549-48A5-B8F0-4FE1DF2DB2E5}" dt="2026-05-06T21:16:19.563" v="1339" actId="47"/>
        <pc:sldMkLst>
          <pc:docMk/>
          <pc:sldMk cId="1740098146" sldId="272"/>
        </pc:sldMkLst>
      </pc:sldChg>
      <pc:sldChg chg="modSp add del mod ord">
        <pc:chgData name="DANIEL ALBERTO PEREZ MORERA" userId="b71f61fa-2a10-40af-a76c-06b5b43d475d" providerId="ADAL" clId="{CCE38196-6549-48A5-B8F0-4FE1DF2DB2E5}" dt="2026-05-06T21:16:19.563" v="1339" actId="47"/>
        <pc:sldMkLst>
          <pc:docMk/>
          <pc:sldMk cId="2474678990" sldId="273"/>
        </pc:sldMkLst>
      </pc:sldChg>
      <pc:sldChg chg="add del">
        <pc:chgData name="DANIEL ALBERTO PEREZ MORERA" userId="b71f61fa-2a10-40af-a76c-06b5b43d475d" providerId="ADAL" clId="{CCE38196-6549-48A5-B8F0-4FE1DF2DB2E5}" dt="2026-05-06T21:16:19.563" v="1339" actId="47"/>
        <pc:sldMkLst>
          <pc:docMk/>
          <pc:sldMk cId="1211649159" sldId="274"/>
        </pc:sldMkLst>
      </pc:sldChg>
      <pc:sldChg chg="addSp delSp modSp add del mod">
        <pc:chgData name="DANIEL ALBERTO PEREZ MORERA" userId="b71f61fa-2a10-40af-a76c-06b5b43d475d" providerId="ADAL" clId="{CCE38196-6549-48A5-B8F0-4FE1DF2DB2E5}" dt="2026-05-06T21:16:19.563" v="1339" actId="47"/>
        <pc:sldMkLst>
          <pc:docMk/>
          <pc:sldMk cId="1773553698" sldId="275"/>
        </pc:sldMkLst>
      </pc:sldChg>
      <pc:sldChg chg="addSp delSp modSp new mod">
        <pc:chgData name="DANIEL ALBERTO PEREZ MORERA" userId="b71f61fa-2a10-40af-a76c-06b5b43d475d" providerId="ADAL" clId="{CCE38196-6549-48A5-B8F0-4FE1DF2DB2E5}" dt="2026-05-07T01:00:23.408" v="2080" actId="20577"/>
        <pc:sldMkLst>
          <pc:docMk/>
          <pc:sldMk cId="1100032990" sldId="276"/>
        </pc:sldMkLst>
        <pc:spChg chg="mod">
          <ac:chgData name="DANIEL ALBERTO PEREZ MORERA" userId="b71f61fa-2a10-40af-a76c-06b5b43d475d" providerId="ADAL" clId="{CCE38196-6549-48A5-B8F0-4FE1DF2DB2E5}" dt="2026-05-07T00:57:40.285" v="2013"/>
          <ac:spMkLst>
            <pc:docMk/>
            <pc:sldMk cId="1100032990" sldId="276"/>
            <ac:spMk id="2" creationId="{4BBE17E8-EF35-FB7B-FD58-C47EEBE23416}"/>
          </ac:spMkLst>
        </pc:spChg>
        <pc:spChg chg="mod">
          <ac:chgData name="DANIEL ALBERTO PEREZ MORERA" userId="b71f61fa-2a10-40af-a76c-06b5b43d475d" providerId="ADAL" clId="{CCE38196-6549-48A5-B8F0-4FE1DF2DB2E5}" dt="2026-05-07T01:00:23.408" v="2080" actId="20577"/>
          <ac:spMkLst>
            <pc:docMk/>
            <pc:sldMk cId="1100032990" sldId="276"/>
            <ac:spMk id="3" creationId="{8A74FB23-DAA6-14D7-0050-88F3EA357EC9}"/>
          </ac:spMkLst>
        </pc:spChg>
        <pc:spChg chg="del mod">
          <ac:chgData name="DANIEL ALBERTO PEREZ MORERA" userId="b71f61fa-2a10-40af-a76c-06b5b43d475d" providerId="ADAL" clId="{CCE38196-6549-48A5-B8F0-4FE1DF2DB2E5}" dt="2026-05-06T21:22:36.749" v="1379" actId="478"/>
          <ac:spMkLst>
            <pc:docMk/>
            <pc:sldMk cId="1100032990" sldId="276"/>
            <ac:spMk id="4" creationId="{09F7C62D-F815-5F1E-3D89-29B85657B257}"/>
          </ac:spMkLst>
        </pc:spChg>
        <pc:spChg chg="add del mod">
          <ac:chgData name="DANIEL ALBERTO PEREZ MORERA" userId="b71f61fa-2a10-40af-a76c-06b5b43d475d" providerId="ADAL" clId="{CCE38196-6549-48A5-B8F0-4FE1DF2DB2E5}" dt="2026-05-06T21:22:39.432" v="1380" actId="478"/>
          <ac:spMkLst>
            <pc:docMk/>
            <pc:sldMk cId="1100032990" sldId="276"/>
            <ac:spMk id="6" creationId="{E36DE739-B7DC-578D-56B2-D1528422A1B2}"/>
          </ac:spMkLst>
        </pc:spChg>
      </pc:sldChg>
      <pc:sldChg chg="addSp delSp modSp add del mod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3537006609" sldId="277"/>
        </pc:sldMkLst>
        <pc:spChg chg="mod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2" creationId="{35945713-5B84-A611-FBF4-6F34417F3A08}"/>
          </ac:spMkLst>
        </pc:spChg>
        <pc:spChg chg="mod">
          <ac:chgData name="DANIEL ALBERTO PEREZ MORERA" userId="b71f61fa-2a10-40af-a76c-06b5b43d475d" providerId="ADAL" clId="{CCE38196-6549-48A5-B8F0-4FE1DF2DB2E5}" dt="2026-05-06T20:58:46.164" v="1254" actId="20577"/>
          <ac:spMkLst>
            <pc:docMk/>
            <pc:sldMk cId="3537006609" sldId="277"/>
            <ac:spMk id="3" creationId="{BCF177CF-93D3-1D9C-3AE9-EDF7BC4F8ADE}"/>
          </ac:spMkLst>
        </pc:spChg>
        <pc:spChg chg="del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8" creationId="{DCCF5A00-94A4-53D9-4812-E52234F47298}"/>
          </ac:spMkLst>
        </pc:spChg>
        <pc:spChg chg="del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10" creationId="{64964705-9F2C-AEF3-7A71-9F24A80B17B1}"/>
          </ac:spMkLst>
        </pc:spChg>
        <pc:spChg chg="del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12" creationId="{1134D66B-2C67-0AAE-6A7E-8A903D6802C2}"/>
          </ac:spMkLst>
        </pc:spChg>
        <pc:spChg chg="add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17" creationId="{0AB6E427-3F73-4C06-A5D5-AE52C3883B50}"/>
          </ac:spMkLst>
        </pc:spChg>
        <pc:spChg chg="add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19" creationId="{D8C9BDAA-0390-4B39-9B5C-BC95E5120DA4}"/>
          </ac:spMkLst>
        </pc:spChg>
        <pc:spChg chg="add">
          <ac:chgData name="DANIEL ALBERTO PEREZ MORERA" userId="b71f61fa-2a10-40af-a76c-06b5b43d475d" providerId="ADAL" clId="{CCE38196-6549-48A5-B8F0-4FE1DF2DB2E5}" dt="2026-05-06T20:56:56.172" v="1240" actId="26606"/>
          <ac:spMkLst>
            <pc:docMk/>
            <pc:sldMk cId="3537006609" sldId="277"/>
            <ac:spMk id="21" creationId="{F9DB1FE5-9D46-433B-99D1-2F1B8DC79855}"/>
          </ac:spMkLst>
        </pc:spChg>
        <pc:picChg chg="add mod">
          <ac:chgData name="DANIEL ALBERTO PEREZ MORERA" userId="b71f61fa-2a10-40af-a76c-06b5b43d475d" providerId="ADAL" clId="{CCE38196-6549-48A5-B8F0-4FE1DF2DB2E5}" dt="2026-05-06T20:56:56.172" v="1240" actId="26606"/>
          <ac:picMkLst>
            <pc:docMk/>
            <pc:sldMk cId="3537006609" sldId="277"/>
            <ac:picMk id="5" creationId="{B3613B43-3E56-F49E-E792-D383C67A5452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296176996" sldId="278"/>
        </pc:sldMkLst>
        <pc:spChg chg="mod">
          <ac:chgData name="DANIEL ALBERTO PEREZ MORERA" userId="b71f61fa-2a10-40af-a76c-06b5b43d475d" providerId="ADAL" clId="{CCE38196-6549-48A5-B8F0-4FE1DF2DB2E5}" dt="2026-05-06T20:57:59.178" v="1251"/>
          <ac:spMkLst>
            <pc:docMk/>
            <pc:sldMk cId="296176996" sldId="278"/>
            <ac:spMk id="2" creationId="{2F2BF212-23E8-5DBF-C149-DBE4683FB101}"/>
          </ac:spMkLst>
        </pc:spChg>
        <pc:spChg chg="mod">
          <ac:chgData name="DANIEL ALBERTO PEREZ MORERA" userId="b71f61fa-2a10-40af-a76c-06b5b43d475d" providerId="ADAL" clId="{CCE38196-6549-48A5-B8F0-4FE1DF2DB2E5}" dt="2026-05-06T20:58:39.885" v="1253" actId="20577"/>
          <ac:spMkLst>
            <pc:docMk/>
            <pc:sldMk cId="296176996" sldId="278"/>
            <ac:spMk id="3" creationId="{E73FADEB-277E-A448-7D51-39B70F794760}"/>
          </ac:spMkLst>
        </pc:spChg>
        <pc:picChg chg="del">
          <ac:chgData name="DANIEL ALBERTO PEREZ MORERA" userId="b71f61fa-2a10-40af-a76c-06b5b43d475d" providerId="ADAL" clId="{CCE38196-6549-48A5-B8F0-4FE1DF2DB2E5}" dt="2026-05-06T20:59:46.068" v="1255" actId="478"/>
          <ac:picMkLst>
            <pc:docMk/>
            <pc:sldMk cId="296176996" sldId="278"/>
            <ac:picMk id="5" creationId="{2581C7FE-F9B5-32AA-4A29-5F6616C87551}"/>
          </ac:picMkLst>
        </pc:picChg>
        <pc:picChg chg="add mod">
          <ac:chgData name="DANIEL ALBERTO PEREZ MORERA" userId="b71f61fa-2a10-40af-a76c-06b5b43d475d" providerId="ADAL" clId="{CCE38196-6549-48A5-B8F0-4FE1DF2DB2E5}" dt="2026-05-06T20:59:54.925" v="1258" actId="1076"/>
          <ac:picMkLst>
            <pc:docMk/>
            <pc:sldMk cId="296176996" sldId="278"/>
            <ac:picMk id="6" creationId="{DD52BA90-02D6-FEE6-3D00-115B2A31435E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3595318667" sldId="279"/>
        </pc:sldMkLst>
        <pc:spChg chg="mod">
          <ac:chgData name="DANIEL ALBERTO PEREZ MORERA" userId="b71f61fa-2a10-40af-a76c-06b5b43d475d" providerId="ADAL" clId="{CCE38196-6549-48A5-B8F0-4FE1DF2DB2E5}" dt="2026-05-06T21:01:23.984" v="1262"/>
          <ac:spMkLst>
            <pc:docMk/>
            <pc:sldMk cId="3595318667" sldId="279"/>
            <ac:spMk id="2" creationId="{9400F76F-4F68-8AF9-999C-412985C76E18}"/>
          </ac:spMkLst>
        </pc:spChg>
        <pc:spChg chg="mod">
          <ac:chgData name="DANIEL ALBERTO PEREZ MORERA" userId="b71f61fa-2a10-40af-a76c-06b5b43d475d" providerId="ADAL" clId="{CCE38196-6549-48A5-B8F0-4FE1DF2DB2E5}" dt="2026-05-06T21:02:51.512" v="1265" actId="20577"/>
          <ac:spMkLst>
            <pc:docMk/>
            <pc:sldMk cId="3595318667" sldId="279"/>
            <ac:spMk id="3" creationId="{D5EC163C-61F8-F07A-78E5-01D92F96313C}"/>
          </ac:spMkLst>
        </pc:spChg>
        <pc:spChg chg="add del">
          <ac:chgData name="DANIEL ALBERTO PEREZ MORERA" userId="b71f61fa-2a10-40af-a76c-06b5b43d475d" providerId="ADAL" clId="{CCE38196-6549-48A5-B8F0-4FE1DF2DB2E5}" dt="2026-05-06T21:01:20.906" v="1261" actId="22"/>
          <ac:spMkLst>
            <pc:docMk/>
            <pc:sldMk cId="3595318667" sldId="279"/>
            <ac:spMk id="5" creationId="{DD41D212-ECDA-57E8-968C-90F3EDA63E05}"/>
          </ac:spMkLst>
        </pc:spChg>
        <pc:picChg chg="del">
          <ac:chgData name="DANIEL ALBERTO PEREZ MORERA" userId="b71f61fa-2a10-40af-a76c-06b5b43d475d" providerId="ADAL" clId="{CCE38196-6549-48A5-B8F0-4FE1DF2DB2E5}" dt="2026-05-06T21:04:02.097" v="1266" actId="478"/>
          <ac:picMkLst>
            <pc:docMk/>
            <pc:sldMk cId="3595318667" sldId="279"/>
            <ac:picMk id="6" creationId="{4A75DCD1-843C-17C5-7C3C-811C1A2A8B07}"/>
          </ac:picMkLst>
        </pc:picChg>
        <pc:picChg chg="add mod">
          <ac:chgData name="DANIEL ALBERTO PEREZ MORERA" userId="b71f61fa-2a10-40af-a76c-06b5b43d475d" providerId="ADAL" clId="{CCE38196-6549-48A5-B8F0-4FE1DF2DB2E5}" dt="2026-05-06T21:04:13.288" v="1270" actId="1076"/>
          <ac:picMkLst>
            <pc:docMk/>
            <pc:sldMk cId="3595318667" sldId="279"/>
            <ac:picMk id="8" creationId="{D1810C1A-A36C-059C-E8FC-A5423CFD5FC1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5-07T00:33:45.288" v="1712" actId="1076"/>
        <pc:sldMkLst>
          <pc:docMk/>
          <pc:sldMk cId="966744946" sldId="280"/>
        </pc:sldMkLst>
        <pc:spChg chg="mod">
          <ac:chgData name="DANIEL ALBERTO PEREZ MORERA" userId="b71f61fa-2a10-40af-a76c-06b5b43d475d" providerId="ADAL" clId="{CCE38196-6549-48A5-B8F0-4FE1DF2DB2E5}" dt="2026-05-07T00:33:14.625" v="1710" actId="14100"/>
          <ac:spMkLst>
            <pc:docMk/>
            <pc:sldMk cId="966744946" sldId="280"/>
            <ac:spMk id="2" creationId="{9FBEBADC-188C-34DB-6A18-D5EE13CDD9AA}"/>
          </ac:spMkLst>
        </pc:spChg>
        <pc:spChg chg="mod">
          <ac:chgData name="DANIEL ALBERTO PEREZ MORERA" userId="b71f61fa-2a10-40af-a76c-06b5b43d475d" providerId="ADAL" clId="{CCE38196-6549-48A5-B8F0-4FE1DF2DB2E5}" dt="2026-05-07T00:33:24.605" v="1711" actId="403"/>
          <ac:spMkLst>
            <pc:docMk/>
            <pc:sldMk cId="966744946" sldId="280"/>
            <ac:spMk id="3" creationId="{11034AFE-0D8A-BD0D-9EAF-B90E4DC0ACD2}"/>
          </ac:spMkLst>
        </pc:spChg>
        <pc:spChg chg="del">
          <ac:chgData name="DANIEL ALBERTO PEREZ MORERA" userId="b71f61fa-2a10-40af-a76c-06b5b43d475d" providerId="ADAL" clId="{CCE38196-6549-48A5-B8F0-4FE1DF2DB2E5}" dt="2026-05-07T00:32:22.102" v="1699" actId="26606"/>
          <ac:spMkLst>
            <pc:docMk/>
            <pc:sldMk cId="966744946" sldId="280"/>
            <ac:spMk id="8" creationId="{751D855C-6529-2522-D7EC-36962B79BC01}"/>
          </ac:spMkLst>
        </pc:spChg>
        <pc:spChg chg="del">
          <ac:chgData name="DANIEL ALBERTO PEREZ MORERA" userId="b71f61fa-2a10-40af-a76c-06b5b43d475d" providerId="ADAL" clId="{CCE38196-6549-48A5-B8F0-4FE1DF2DB2E5}" dt="2026-05-07T00:32:22.102" v="1699" actId="26606"/>
          <ac:spMkLst>
            <pc:docMk/>
            <pc:sldMk cId="966744946" sldId="280"/>
            <ac:spMk id="10" creationId="{6F566281-6CE7-5C34-D3E6-BABD1F57389E}"/>
          </ac:spMkLst>
        </pc:spChg>
        <pc:spChg chg="del">
          <ac:chgData name="DANIEL ALBERTO PEREZ MORERA" userId="b71f61fa-2a10-40af-a76c-06b5b43d475d" providerId="ADAL" clId="{CCE38196-6549-48A5-B8F0-4FE1DF2DB2E5}" dt="2026-05-07T00:32:22.102" v="1699" actId="26606"/>
          <ac:spMkLst>
            <pc:docMk/>
            <pc:sldMk cId="966744946" sldId="280"/>
            <ac:spMk id="12" creationId="{9A1B6F0B-13BB-D325-184D-3A72F96C1E8B}"/>
          </ac:spMkLst>
        </pc:spChg>
        <pc:spChg chg="add">
          <ac:chgData name="DANIEL ALBERTO PEREZ MORERA" userId="b71f61fa-2a10-40af-a76c-06b5b43d475d" providerId="ADAL" clId="{CCE38196-6549-48A5-B8F0-4FE1DF2DB2E5}" dt="2026-05-07T00:32:22.102" v="1699" actId="26606"/>
          <ac:spMkLst>
            <pc:docMk/>
            <pc:sldMk cId="966744946" sldId="280"/>
            <ac:spMk id="17" creationId="{F64BBAA4-C62B-4146-B49F-FE4CC4655EE0}"/>
          </ac:spMkLst>
        </pc:spChg>
        <pc:spChg chg="add">
          <ac:chgData name="DANIEL ALBERTO PEREZ MORERA" userId="b71f61fa-2a10-40af-a76c-06b5b43d475d" providerId="ADAL" clId="{CCE38196-6549-48A5-B8F0-4FE1DF2DB2E5}" dt="2026-05-07T00:32:22.102" v="1699" actId="26606"/>
          <ac:spMkLst>
            <pc:docMk/>
            <pc:sldMk cId="966744946" sldId="280"/>
            <ac:spMk id="19" creationId="{77C34054-98F8-4229-885E-04C525969C5E}"/>
          </ac:spMkLst>
        </pc:spChg>
        <pc:spChg chg="add">
          <ac:chgData name="DANIEL ALBERTO PEREZ MORERA" userId="b71f61fa-2a10-40af-a76c-06b5b43d475d" providerId="ADAL" clId="{CCE38196-6549-48A5-B8F0-4FE1DF2DB2E5}" dt="2026-05-07T00:32:22.102" v="1699" actId="26606"/>
          <ac:spMkLst>
            <pc:docMk/>
            <pc:sldMk cId="966744946" sldId="280"/>
            <ac:spMk id="21" creationId="{22AAB964-B835-4B93-A1F3-4A30D1F38589}"/>
          </ac:spMkLst>
        </pc:spChg>
        <pc:graphicFrameChg chg="add mod modGraphic">
          <ac:chgData name="DANIEL ALBERTO PEREZ MORERA" userId="b71f61fa-2a10-40af-a76c-06b5b43d475d" providerId="ADAL" clId="{CCE38196-6549-48A5-B8F0-4FE1DF2DB2E5}" dt="2026-05-07T00:33:45.288" v="1712" actId="1076"/>
          <ac:graphicFrameMkLst>
            <pc:docMk/>
            <pc:sldMk cId="966744946" sldId="280"/>
            <ac:graphicFrameMk id="4" creationId="{81D51F32-0045-40E7-85D1-792AAFCDC3E9}"/>
          </ac:graphicFrameMkLst>
        </pc:graphicFrameChg>
      </pc:sldChg>
      <pc:sldChg chg="addSp delSp modSp add del mod ord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866859736" sldId="281"/>
        </pc:sldMkLst>
        <pc:spChg chg="mod">
          <ac:chgData name="DANIEL ALBERTO PEREZ MORERA" userId="b71f61fa-2a10-40af-a76c-06b5b43d475d" providerId="ADAL" clId="{CCE38196-6549-48A5-B8F0-4FE1DF2DB2E5}" dt="2026-05-06T21:09:06.733" v="1296"/>
          <ac:spMkLst>
            <pc:docMk/>
            <pc:sldMk cId="866859736" sldId="281"/>
            <ac:spMk id="2" creationId="{B3A08DE6-E84B-6B0C-1701-10F33DD11286}"/>
          </ac:spMkLst>
        </pc:spChg>
        <pc:spChg chg="mod">
          <ac:chgData name="DANIEL ALBERTO PEREZ MORERA" userId="b71f61fa-2a10-40af-a76c-06b5b43d475d" providerId="ADAL" clId="{CCE38196-6549-48A5-B8F0-4FE1DF2DB2E5}" dt="2026-05-06T21:09:22.079" v="1300" actId="20577"/>
          <ac:spMkLst>
            <pc:docMk/>
            <pc:sldMk cId="866859736" sldId="281"/>
            <ac:spMk id="3" creationId="{5C0C6609-2B2E-EC45-43E7-C686F06B9FD7}"/>
          </ac:spMkLst>
        </pc:spChg>
        <pc:picChg chg="add del">
          <ac:chgData name="DANIEL ALBERTO PEREZ MORERA" userId="b71f61fa-2a10-40af-a76c-06b5b43d475d" providerId="ADAL" clId="{CCE38196-6549-48A5-B8F0-4FE1DF2DB2E5}" dt="2026-05-06T21:10:07.671" v="1303" actId="478"/>
          <ac:picMkLst>
            <pc:docMk/>
            <pc:sldMk cId="866859736" sldId="281"/>
            <ac:picMk id="5" creationId="{AFB40139-997F-F2A9-7FE8-9BC99902EB51}"/>
          </ac:picMkLst>
        </pc:picChg>
        <pc:picChg chg="add mod">
          <ac:chgData name="DANIEL ALBERTO PEREZ MORERA" userId="b71f61fa-2a10-40af-a76c-06b5b43d475d" providerId="ADAL" clId="{CCE38196-6549-48A5-B8F0-4FE1DF2DB2E5}" dt="2026-05-06T21:10:13.143" v="1305" actId="1076"/>
          <ac:picMkLst>
            <pc:docMk/>
            <pc:sldMk cId="866859736" sldId="281"/>
            <ac:picMk id="7" creationId="{8B6C317C-160E-683E-DA58-24C40875C4C7}"/>
          </ac:picMkLst>
        </pc:picChg>
        <pc:picChg chg="del">
          <ac:chgData name="DANIEL ALBERTO PEREZ MORERA" userId="b71f61fa-2a10-40af-a76c-06b5b43d475d" providerId="ADAL" clId="{CCE38196-6549-48A5-B8F0-4FE1DF2DB2E5}" dt="2026-05-06T21:09:59.212" v="1301" actId="478"/>
          <ac:picMkLst>
            <pc:docMk/>
            <pc:sldMk cId="866859736" sldId="281"/>
            <ac:picMk id="8" creationId="{743974ED-700A-78E2-A571-3904B62B8FAE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4209304406" sldId="282"/>
        </pc:sldMkLst>
        <pc:spChg chg="mod">
          <ac:chgData name="DANIEL ALBERTO PEREZ MORERA" userId="b71f61fa-2a10-40af-a76c-06b5b43d475d" providerId="ADAL" clId="{CCE38196-6549-48A5-B8F0-4FE1DF2DB2E5}" dt="2026-05-06T21:11:17.724" v="1307"/>
          <ac:spMkLst>
            <pc:docMk/>
            <pc:sldMk cId="4209304406" sldId="282"/>
            <ac:spMk id="2" creationId="{B6FAAE7E-FA26-1F74-127B-63508CE7E093}"/>
          </ac:spMkLst>
        </pc:spChg>
        <pc:spChg chg="mod">
          <ac:chgData name="DANIEL ALBERTO PEREZ MORERA" userId="b71f61fa-2a10-40af-a76c-06b5b43d475d" providerId="ADAL" clId="{CCE38196-6549-48A5-B8F0-4FE1DF2DB2E5}" dt="2026-05-06T21:13:32.556" v="1322" actId="20577"/>
          <ac:spMkLst>
            <pc:docMk/>
            <pc:sldMk cId="4209304406" sldId="282"/>
            <ac:spMk id="3" creationId="{1A3EDA95-6CF6-7867-D2E4-CD15E1172E07}"/>
          </ac:spMkLst>
        </pc:spChg>
        <pc:picChg chg="add mod">
          <ac:chgData name="DANIEL ALBERTO PEREZ MORERA" userId="b71f61fa-2a10-40af-a76c-06b5b43d475d" providerId="ADAL" clId="{CCE38196-6549-48A5-B8F0-4FE1DF2DB2E5}" dt="2026-05-06T21:14:32.921" v="1327" actId="1076"/>
          <ac:picMkLst>
            <pc:docMk/>
            <pc:sldMk cId="4209304406" sldId="282"/>
            <ac:picMk id="5" creationId="{55DE9A35-63B6-520D-8990-53E0CBA8F01B}"/>
          </ac:picMkLst>
        </pc:picChg>
        <pc:picChg chg="del">
          <ac:chgData name="DANIEL ALBERTO PEREZ MORERA" userId="b71f61fa-2a10-40af-a76c-06b5b43d475d" providerId="ADAL" clId="{CCE38196-6549-48A5-B8F0-4FE1DF2DB2E5}" dt="2026-05-06T21:14:25.158" v="1323" actId="478"/>
          <ac:picMkLst>
            <pc:docMk/>
            <pc:sldMk cId="4209304406" sldId="282"/>
            <ac:picMk id="7" creationId="{DC7B2614-9428-66EA-2D68-98A94AA39182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819245608" sldId="283"/>
        </pc:sldMkLst>
        <pc:spChg chg="mod">
          <ac:chgData name="DANIEL ALBERTO PEREZ MORERA" userId="b71f61fa-2a10-40af-a76c-06b5b43d475d" providerId="ADAL" clId="{CCE38196-6549-48A5-B8F0-4FE1DF2DB2E5}" dt="2026-05-06T21:15:13.725" v="1329"/>
          <ac:spMkLst>
            <pc:docMk/>
            <pc:sldMk cId="819245608" sldId="283"/>
            <ac:spMk id="2" creationId="{E355FBA7-7196-B941-A5F9-2C65CB91521C}"/>
          </ac:spMkLst>
        </pc:spChg>
        <pc:spChg chg="mod">
          <ac:chgData name="DANIEL ALBERTO PEREZ MORERA" userId="b71f61fa-2a10-40af-a76c-06b5b43d475d" providerId="ADAL" clId="{CCE38196-6549-48A5-B8F0-4FE1DF2DB2E5}" dt="2026-05-06T21:15:40.282" v="1333" actId="6549"/>
          <ac:spMkLst>
            <pc:docMk/>
            <pc:sldMk cId="819245608" sldId="283"/>
            <ac:spMk id="3" creationId="{52E6333C-A51E-2389-1F2A-2C229A42B392}"/>
          </ac:spMkLst>
        </pc:spChg>
        <pc:picChg chg="del">
          <ac:chgData name="DANIEL ALBERTO PEREZ MORERA" userId="b71f61fa-2a10-40af-a76c-06b5b43d475d" providerId="ADAL" clId="{CCE38196-6549-48A5-B8F0-4FE1DF2DB2E5}" dt="2026-05-06T21:16:05.518" v="1336" actId="478"/>
          <ac:picMkLst>
            <pc:docMk/>
            <pc:sldMk cId="819245608" sldId="283"/>
            <ac:picMk id="5" creationId="{081FFD94-495B-0064-D6BA-E46397CD0428}"/>
          </ac:picMkLst>
        </pc:picChg>
        <pc:picChg chg="add mod">
          <ac:chgData name="DANIEL ALBERTO PEREZ MORERA" userId="b71f61fa-2a10-40af-a76c-06b5b43d475d" providerId="ADAL" clId="{CCE38196-6549-48A5-B8F0-4FE1DF2DB2E5}" dt="2026-05-06T21:16:11.950" v="1338" actId="1076"/>
          <ac:picMkLst>
            <pc:docMk/>
            <pc:sldMk cId="819245608" sldId="283"/>
            <ac:picMk id="6" creationId="{FA1CB6FD-7C86-9667-6009-772EB4009774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5-07T01:00:53.437" v="2093" actId="20577"/>
        <pc:sldMkLst>
          <pc:docMk/>
          <pc:sldMk cId="1204716729" sldId="284"/>
        </pc:sldMkLst>
        <pc:spChg chg="mod">
          <ac:chgData name="DANIEL ALBERTO PEREZ MORERA" userId="b71f61fa-2a10-40af-a76c-06b5b43d475d" providerId="ADAL" clId="{CCE38196-6549-48A5-B8F0-4FE1DF2DB2E5}" dt="2026-05-06T22:41:29.860" v="1629" actId="313"/>
          <ac:spMkLst>
            <pc:docMk/>
            <pc:sldMk cId="1204716729" sldId="284"/>
            <ac:spMk id="2" creationId="{9D4A7BA0-BAE9-C5DC-1332-900071FBEC84}"/>
          </ac:spMkLst>
        </pc:spChg>
        <pc:spChg chg="add del mod">
          <ac:chgData name="DANIEL ALBERTO PEREZ MORERA" userId="b71f61fa-2a10-40af-a76c-06b5b43d475d" providerId="ADAL" clId="{CCE38196-6549-48A5-B8F0-4FE1DF2DB2E5}" dt="2026-05-06T22:40:57.378" v="1613" actId="26606"/>
          <ac:spMkLst>
            <pc:docMk/>
            <pc:sldMk cId="1204716729" sldId="284"/>
            <ac:spMk id="3" creationId="{F8EF656F-21D0-76E1-440A-8B18791BE5EE}"/>
          </ac:spMkLst>
        </pc:spChg>
        <pc:graphicFrameChg chg="add del">
          <ac:chgData name="DANIEL ALBERTO PEREZ MORERA" userId="b71f61fa-2a10-40af-a76c-06b5b43d475d" providerId="ADAL" clId="{CCE38196-6549-48A5-B8F0-4FE1DF2DB2E5}" dt="2026-05-06T22:30:38.755" v="1604" actId="26606"/>
          <ac:graphicFrameMkLst>
            <pc:docMk/>
            <pc:sldMk cId="1204716729" sldId="284"/>
            <ac:graphicFrameMk id="14" creationId="{C1B8F153-0C7D-FB2E-F138-17A2C90FBDCE}"/>
          </ac:graphicFrameMkLst>
        </pc:graphicFrameChg>
        <pc:graphicFrameChg chg="add del">
          <ac:chgData name="DANIEL ALBERTO PEREZ MORERA" userId="b71f61fa-2a10-40af-a76c-06b5b43d475d" providerId="ADAL" clId="{CCE38196-6549-48A5-B8F0-4FE1DF2DB2E5}" dt="2026-05-06T22:31:13.836" v="1608" actId="26606"/>
          <ac:graphicFrameMkLst>
            <pc:docMk/>
            <pc:sldMk cId="1204716729" sldId="284"/>
            <ac:graphicFrameMk id="15" creationId="{9978F8D4-4D57-AD0C-20CC-DAE1BF52119E}"/>
          </ac:graphicFrameMkLst>
        </pc:graphicFrameChg>
        <pc:graphicFrameChg chg="add del">
          <ac:chgData name="DANIEL ALBERTO PEREZ MORERA" userId="b71f61fa-2a10-40af-a76c-06b5b43d475d" providerId="ADAL" clId="{CCE38196-6549-48A5-B8F0-4FE1DF2DB2E5}" dt="2026-05-06T22:30:46.251" v="1606" actId="26606"/>
          <ac:graphicFrameMkLst>
            <pc:docMk/>
            <pc:sldMk cId="1204716729" sldId="284"/>
            <ac:graphicFrameMk id="16" creationId="{8EE70299-36A4-A9BC-4683-6E3E49494027}"/>
          </ac:graphicFrameMkLst>
        </pc:graphicFrameChg>
        <pc:graphicFrameChg chg="add del mod">
          <ac:chgData name="DANIEL ALBERTO PEREZ MORERA" userId="b71f61fa-2a10-40af-a76c-06b5b43d475d" providerId="ADAL" clId="{CCE38196-6549-48A5-B8F0-4FE1DF2DB2E5}" dt="2026-05-06T22:31:27.608" v="1612" actId="26606"/>
          <ac:graphicFrameMkLst>
            <pc:docMk/>
            <pc:sldMk cId="1204716729" sldId="284"/>
            <ac:graphicFrameMk id="17" creationId="{16781CD7-DA59-FB62-2D30-9E11356BD020}"/>
          </ac:graphicFrameMkLst>
        </pc:graphicFrameChg>
        <pc:graphicFrameChg chg="add mod modGraphic">
          <ac:chgData name="DANIEL ALBERTO PEREZ MORERA" userId="b71f61fa-2a10-40af-a76c-06b5b43d475d" providerId="ADAL" clId="{CCE38196-6549-48A5-B8F0-4FE1DF2DB2E5}" dt="2026-05-07T01:00:53.437" v="2093" actId="20577"/>
          <ac:graphicFrameMkLst>
            <pc:docMk/>
            <pc:sldMk cId="1204716729" sldId="284"/>
            <ac:graphicFrameMk id="18" creationId="{E7FFD8DE-D541-2CE4-4DDE-3979F630DF54}"/>
          </ac:graphicFrameMkLst>
        </pc:graphicFrameChg>
      </pc:sldChg>
      <pc:sldChg chg="add del">
        <pc:chgData name="DANIEL ALBERTO PEREZ MORERA" userId="b71f61fa-2a10-40af-a76c-06b5b43d475d" providerId="ADAL" clId="{CCE38196-6549-48A5-B8F0-4FE1DF2DB2E5}" dt="2026-05-07T00:56:31.308" v="2006" actId="47"/>
        <pc:sldMkLst>
          <pc:docMk/>
          <pc:sldMk cId="2159616587" sldId="285"/>
        </pc:sldMkLst>
      </pc:sldChg>
      <pc:sldChg chg="modSp new del mod">
        <pc:chgData name="DANIEL ALBERTO PEREZ MORERA" userId="b71f61fa-2a10-40af-a76c-06b5b43d475d" providerId="ADAL" clId="{CCE38196-6549-48A5-B8F0-4FE1DF2DB2E5}" dt="2026-05-07T00:35:28.297" v="1754" actId="47"/>
        <pc:sldMkLst>
          <pc:docMk/>
          <pc:sldMk cId="2740748064" sldId="286"/>
        </pc:sldMkLst>
        <pc:spChg chg="mod">
          <ac:chgData name="DANIEL ALBERTO PEREZ MORERA" userId="b71f61fa-2a10-40af-a76c-06b5b43d475d" providerId="ADAL" clId="{CCE38196-6549-48A5-B8F0-4FE1DF2DB2E5}" dt="2026-05-07T00:35:14.180" v="1750" actId="20577"/>
          <ac:spMkLst>
            <pc:docMk/>
            <pc:sldMk cId="2740748064" sldId="286"/>
            <ac:spMk id="3" creationId="{1BFC7188-3CB9-8D42-3850-F0A11F3DB9E0}"/>
          </ac:spMkLst>
        </pc:spChg>
        <pc:spChg chg="mod">
          <ac:chgData name="DANIEL ALBERTO PEREZ MORERA" userId="b71f61fa-2a10-40af-a76c-06b5b43d475d" providerId="ADAL" clId="{CCE38196-6549-48A5-B8F0-4FE1DF2DB2E5}" dt="2026-05-07T00:35:03.888" v="1722"/>
          <ac:spMkLst>
            <pc:docMk/>
            <pc:sldMk cId="2740748064" sldId="286"/>
            <ac:spMk id="5" creationId="{58B89DD9-6535-54D1-756A-73C315922375}"/>
          </ac:spMkLst>
        </pc:spChg>
      </pc:sldChg>
      <pc:sldChg chg="addSp delSp modSp add mod ord">
        <pc:chgData name="DANIEL ALBERTO PEREZ MORERA" userId="b71f61fa-2a10-40af-a76c-06b5b43d475d" providerId="ADAL" clId="{CCE38196-6549-48A5-B8F0-4FE1DF2DB2E5}" dt="2026-05-07T00:37:58.379" v="1783" actId="1076"/>
        <pc:sldMkLst>
          <pc:docMk/>
          <pc:sldMk cId="3805453594" sldId="287"/>
        </pc:sldMkLst>
        <pc:spChg chg="mod">
          <ac:chgData name="DANIEL ALBERTO PEREZ MORERA" userId="b71f61fa-2a10-40af-a76c-06b5b43d475d" providerId="ADAL" clId="{CCE38196-6549-48A5-B8F0-4FE1DF2DB2E5}" dt="2026-05-07T00:37:34.411" v="1779" actId="20577"/>
          <ac:spMkLst>
            <pc:docMk/>
            <pc:sldMk cId="3805453594" sldId="287"/>
            <ac:spMk id="2" creationId="{408D5F50-45F2-687A-8A1A-F8244CF9BC0D}"/>
          </ac:spMkLst>
        </pc:spChg>
        <pc:spChg chg="del">
          <ac:chgData name="DANIEL ALBERTO PEREZ MORERA" userId="b71f61fa-2a10-40af-a76c-06b5b43d475d" providerId="ADAL" clId="{CCE38196-6549-48A5-B8F0-4FE1DF2DB2E5}" dt="2026-05-07T00:37:05.040" v="1767" actId="478"/>
          <ac:spMkLst>
            <pc:docMk/>
            <pc:sldMk cId="3805453594" sldId="287"/>
            <ac:spMk id="3" creationId="{AD6E2358-D63E-E447-44D6-524C99ACDB71}"/>
          </ac:spMkLst>
        </pc:spChg>
        <pc:spChg chg="add del mod">
          <ac:chgData name="DANIEL ALBERTO PEREZ MORERA" userId="b71f61fa-2a10-40af-a76c-06b5b43d475d" providerId="ADAL" clId="{CCE38196-6549-48A5-B8F0-4FE1DF2DB2E5}" dt="2026-05-07T00:37:12.500" v="1769" actId="478"/>
          <ac:spMkLst>
            <pc:docMk/>
            <pc:sldMk cId="3805453594" sldId="287"/>
            <ac:spMk id="5" creationId="{FCA630B7-F967-D1C8-130E-B48B35393280}"/>
          </ac:spMkLst>
        </pc:spChg>
        <pc:picChg chg="add del mod">
          <ac:chgData name="DANIEL ALBERTO PEREZ MORERA" userId="b71f61fa-2a10-40af-a76c-06b5b43d475d" providerId="ADAL" clId="{CCE38196-6549-48A5-B8F0-4FE1DF2DB2E5}" dt="2026-05-07T00:37:52.198" v="1780" actId="478"/>
          <ac:picMkLst>
            <pc:docMk/>
            <pc:sldMk cId="3805453594" sldId="287"/>
            <ac:picMk id="7" creationId="{1DAAC9D2-8F60-43DD-6963-9AAF47CF6C96}"/>
          </ac:picMkLst>
        </pc:picChg>
        <pc:picChg chg="add mod">
          <ac:chgData name="DANIEL ALBERTO PEREZ MORERA" userId="b71f61fa-2a10-40af-a76c-06b5b43d475d" providerId="ADAL" clId="{CCE38196-6549-48A5-B8F0-4FE1DF2DB2E5}" dt="2026-05-07T00:37:58.379" v="1783" actId="1076"/>
          <ac:picMkLst>
            <pc:docMk/>
            <pc:sldMk cId="3805453594" sldId="287"/>
            <ac:picMk id="11" creationId="{1AEDA045-71AD-FB2C-AEE0-8E214DD4BB1F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5-07T00:42:23.111" v="1803" actId="1076"/>
        <pc:sldMkLst>
          <pc:docMk/>
          <pc:sldMk cId="758623205" sldId="288"/>
        </pc:sldMkLst>
        <pc:spChg chg="mod">
          <ac:chgData name="DANIEL ALBERTO PEREZ MORERA" userId="b71f61fa-2a10-40af-a76c-06b5b43d475d" providerId="ADAL" clId="{CCE38196-6549-48A5-B8F0-4FE1DF2DB2E5}" dt="2026-05-07T00:39:03.170" v="1799" actId="20577"/>
          <ac:spMkLst>
            <pc:docMk/>
            <pc:sldMk cId="758623205" sldId="288"/>
            <ac:spMk id="2" creationId="{93BE630F-E9A4-453D-460F-C22B14278EB8}"/>
          </ac:spMkLst>
        </pc:spChg>
        <pc:picChg chg="add mod">
          <ac:chgData name="DANIEL ALBERTO PEREZ MORERA" userId="b71f61fa-2a10-40af-a76c-06b5b43d475d" providerId="ADAL" clId="{CCE38196-6549-48A5-B8F0-4FE1DF2DB2E5}" dt="2026-05-07T00:42:23.111" v="1803" actId="1076"/>
          <ac:picMkLst>
            <pc:docMk/>
            <pc:sldMk cId="758623205" sldId="288"/>
            <ac:picMk id="4" creationId="{8CDC7844-19AF-F483-CE2F-83527E02715F}"/>
          </ac:picMkLst>
        </pc:picChg>
        <pc:picChg chg="del mod">
          <ac:chgData name="DANIEL ALBERTO PEREZ MORERA" userId="b71f61fa-2a10-40af-a76c-06b5b43d475d" providerId="ADAL" clId="{CCE38196-6549-48A5-B8F0-4FE1DF2DB2E5}" dt="2026-05-07T00:42:20.147" v="1802" actId="478"/>
          <ac:picMkLst>
            <pc:docMk/>
            <pc:sldMk cId="758623205" sldId="288"/>
            <ac:picMk id="11" creationId="{7FA4E757-13DA-0CB8-9337-7BA0709DDEB8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5-07T00:45:36.082" v="1819" actId="1076"/>
        <pc:sldMkLst>
          <pc:docMk/>
          <pc:sldMk cId="104984588" sldId="289"/>
        </pc:sldMkLst>
        <pc:spChg chg="mod">
          <ac:chgData name="DANIEL ALBERTO PEREZ MORERA" userId="b71f61fa-2a10-40af-a76c-06b5b43d475d" providerId="ADAL" clId="{CCE38196-6549-48A5-B8F0-4FE1DF2DB2E5}" dt="2026-05-07T00:42:50.738" v="1812" actId="20577"/>
          <ac:spMkLst>
            <pc:docMk/>
            <pc:sldMk cId="104984588" sldId="289"/>
            <ac:spMk id="2" creationId="{8BF0D43C-A328-2D8D-7B69-ADE83B8D8256}"/>
          </ac:spMkLst>
        </pc:spChg>
        <pc:spChg chg="add del">
          <ac:chgData name="DANIEL ALBERTO PEREZ MORERA" userId="b71f61fa-2a10-40af-a76c-06b5b43d475d" providerId="ADAL" clId="{CCE38196-6549-48A5-B8F0-4FE1DF2DB2E5}" dt="2026-05-07T00:45:24.713" v="1815" actId="22"/>
          <ac:spMkLst>
            <pc:docMk/>
            <pc:sldMk cId="104984588" sldId="289"/>
            <ac:spMk id="5" creationId="{27B49D15-2E53-B06E-A7DF-101C23C71BF7}"/>
          </ac:spMkLst>
        </pc:spChg>
        <pc:spChg chg="add del">
          <ac:chgData name="DANIEL ALBERTO PEREZ MORERA" userId="b71f61fa-2a10-40af-a76c-06b5b43d475d" providerId="ADAL" clId="{CCE38196-6549-48A5-B8F0-4FE1DF2DB2E5}" dt="2026-05-07T00:45:27.128" v="1817" actId="22"/>
          <ac:spMkLst>
            <pc:docMk/>
            <pc:sldMk cId="104984588" sldId="289"/>
            <ac:spMk id="7" creationId="{FAF1BDF2-A85E-EAFB-A81E-986212770EC1}"/>
          </ac:spMkLst>
        </pc:spChg>
        <pc:picChg chg="del">
          <ac:chgData name="DANIEL ALBERTO PEREZ MORERA" userId="b71f61fa-2a10-40af-a76c-06b5b43d475d" providerId="ADAL" clId="{CCE38196-6549-48A5-B8F0-4FE1DF2DB2E5}" dt="2026-05-07T00:45:20.165" v="1813" actId="478"/>
          <ac:picMkLst>
            <pc:docMk/>
            <pc:sldMk cId="104984588" sldId="289"/>
            <ac:picMk id="4" creationId="{5F3BEB32-0739-ED95-95E3-55B229094054}"/>
          </ac:picMkLst>
        </pc:picChg>
        <pc:picChg chg="add mod">
          <ac:chgData name="DANIEL ALBERTO PEREZ MORERA" userId="b71f61fa-2a10-40af-a76c-06b5b43d475d" providerId="ADAL" clId="{CCE38196-6549-48A5-B8F0-4FE1DF2DB2E5}" dt="2026-05-07T00:45:36.082" v="1819" actId="1076"/>
          <ac:picMkLst>
            <pc:docMk/>
            <pc:sldMk cId="104984588" sldId="289"/>
            <ac:picMk id="11" creationId="{2D77B159-52B9-7D8A-8F0B-CE30CA0BBAB3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5-07T00:51:59.684" v="1998"/>
        <pc:sldMkLst>
          <pc:docMk/>
          <pc:sldMk cId="2972522738" sldId="290"/>
        </pc:sldMkLst>
        <pc:spChg chg="mod">
          <ac:chgData name="DANIEL ALBERTO PEREZ MORERA" userId="b71f61fa-2a10-40af-a76c-06b5b43d475d" providerId="ADAL" clId="{CCE38196-6549-48A5-B8F0-4FE1DF2DB2E5}" dt="2026-05-07T00:46:09.983" v="1843" actId="20577"/>
          <ac:spMkLst>
            <pc:docMk/>
            <pc:sldMk cId="2972522738" sldId="290"/>
            <ac:spMk id="2" creationId="{2B9BC924-3AC9-458C-554D-6FC5A210CD30}"/>
          </ac:spMkLst>
        </pc:spChg>
        <pc:graphicFrameChg chg="add mod modGraphic">
          <ac:chgData name="DANIEL ALBERTO PEREZ MORERA" userId="b71f61fa-2a10-40af-a76c-06b5b43d475d" providerId="ADAL" clId="{CCE38196-6549-48A5-B8F0-4FE1DF2DB2E5}" dt="2026-05-07T00:50:45.820" v="1995" actId="1076"/>
          <ac:graphicFrameMkLst>
            <pc:docMk/>
            <pc:sldMk cId="2972522738" sldId="290"/>
            <ac:graphicFrameMk id="3" creationId="{E63AE6C7-DBBA-24E4-112B-808DA593CAC5}"/>
          </ac:graphicFrameMkLst>
        </pc:graphicFrameChg>
        <pc:picChg chg="del">
          <ac:chgData name="DANIEL ALBERTO PEREZ MORERA" userId="b71f61fa-2a10-40af-a76c-06b5b43d475d" providerId="ADAL" clId="{CCE38196-6549-48A5-B8F0-4FE1DF2DB2E5}" dt="2026-05-07T00:46:25.468" v="1844" actId="478"/>
          <ac:picMkLst>
            <pc:docMk/>
            <pc:sldMk cId="2972522738" sldId="290"/>
            <ac:picMk id="11" creationId="{1C6AF791-EDF2-E0C7-81D5-87BABC735B11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5-07T00:54:14.054" v="2005" actId="1076"/>
        <pc:sldMkLst>
          <pc:docMk/>
          <pc:sldMk cId="3128563838" sldId="291"/>
        </pc:sldMkLst>
        <pc:spChg chg="mod">
          <ac:chgData name="DANIEL ALBERTO PEREZ MORERA" userId="b71f61fa-2a10-40af-a76c-06b5b43d475d" providerId="ADAL" clId="{CCE38196-6549-48A5-B8F0-4FE1DF2DB2E5}" dt="2026-05-07T00:52:19.253" v="2000"/>
          <ac:spMkLst>
            <pc:docMk/>
            <pc:sldMk cId="3128563838" sldId="291"/>
            <ac:spMk id="2" creationId="{893DC8B1-8773-CDF2-5C2B-28374F654E1F}"/>
          </ac:spMkLst>
        </pc:spChg>
        <pc:picChg chg="add mod">
          <ac:chgData name="DANIEL ALBERTO PEREZ MORERA" userId="b71f61fa-2a10-40af-a76c-06b5b43d475d" providerId="ADAL" clId="{CCE38196-6549-48A5-B8F0-4FE1DF2DB2E5}" dt="2026-05-07T00:54:14.054" v="2005" actId="1076"/>
          <ac:picMkLst>
            <pc:docMk/>
            <pc:sldMk cId="3128563838" sldId="291"/>
            <ac:picMk id="4" creationId="{2C0D8A85-6695-C7B2-73E1-1BE1A0F1EB6C}"/>
          </ac:picMkLst>
        </pc:picChg>
        <pc:picChg chg="del mod">
          <ac:chgData name="DANIEL ALBERTO PEREZ MORERA" userId="b71f61fa-2a10-40af-a76c-06b5b43d475d" providerId="ADAL" clId="{CCE38196-6549-48A5-B8F0-4FE1DF2DB2E5}" dt="2026-05-07T00:52:20.652" v="2002" actId="478"/>
          <ac:picMkLst>
            <pc:docMk/>
            <pc:sldMk cId="3128563838" sldId="291"/>
            <ac:picMk id="11" creationId="{125F7235-3E41-34C1-276F-D8BF6486F30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A559CD-82D0-4FB0-9FB1-969B636C6A8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44995B-AB10-4206-B0AF-07669723AE94}">
      <dgm:prSet/>
      <dgm:spPr/>
      <dgm:t>
        <a:bodyPr/>
        <a:lstStyle/>
        <a:p>
          <a:r>
            <a:rPr lang="es-ES"/>
            <a:t>Nombre</a:t>
          </a:r>
          <a:endParaRPr lang="en-US"/>
        </a:p>
      </dgm:t>
    </dgm:pt>
    <dgm:pt modelId="{247F9F22-9B2E-4851-8980-0263E67C2B59}" type="parTrans" cxnId="{31CD8ABA-CEE2-48B4-8039-4C49C1D906E8}">
      <dgm:prSet/>
      <dgm:spPr/>
      <dgm:t>
        <a:bodyPr/>
        <a:lstStyle/>
        <a:p>
          <a:endParaRPr lang="en-US"/>
        </a:p>
      </dgm:t>
    </dgm:pt>
    <dgm:pt modelId="{E11BDC44-EADC-47A0-8A5E-A65010BB6015}" type="sibTrans" cxnId="{31CD8ABA-CEE2-48B4-8039-4C49C1D906E8}">
      <dgm:prSet/>
      <dgm:spPr/>
      <dgm:t>
        <a:bodyPr/>
        <a:lstStyle/>
        <a:p>
          <a:endParaRPr lang="en-US"/>
        </a:p>
      </dgm:t>
    </dgm:pt>
    <dgm:pt modelId="{7E3C9780-2DA2-4983-BB0B-CCE488EF708C}">
      <dgm:prSet/>
      <dgm:spPr/>
      <dgm:t>
        <a:bodyPr/>
        <a:lstStyle/>
        <a:p>
          <a:r>
            <a:rPr lang="es-ES"/>
            <a:t>Título</a:t>
          </a:r>
          <a:endParaRPr lang="en-US"/>
        </a:p>
      </dgm:t>
    </dgm:pt>
    <dgm:pt modelId="{997F5FEC-13DC-4B80-95A0-CBD0AB68EDED}" type="parTrans" cxnId="{A4DBD833-4AAB-4C93-95C7-C07876E9054F}">
      <dgm:prSet/>
      <dgm:spPr/>
      <dgm:t>
        <a:bodyPr/>
        <a:lstStyle/>
        <a:p>
          <a:endParaRPr lang="en-US"/>
        </a:p>
      </dgm:t>
    </dgm:pt>
    <dgm:pt modelId="{8DF16D84-42F0-4BBB-8C7D-45971B5A4973}" type="sibTrans" cxnId="{A4DBD833-4AAB-4C93-95C7-C07876E9054F}">
      <dgm:prSet/>
      <dgm:spPr/>
      <dgm:t>
        <a:bodyPr/>
        <a:lstStyle/>
        <a:p>
          <a:endParaRPr lang="en-US"/>
        </a:p>
      </dgm:t>
    </dgm:pt>
    <dgm:pt modelId="{D2840176-68A3-491C-B062-7ADEB43EAD88}">
      <dgm:prSet/>
      <dgm:spPr/>
      <dgm:t>
        <a:bodyPr/>
        <a:lstStyle/>
        <a:p>
          <a:r>
            <a:rPr lang="es-ES"/>
            <a:t>Extensión</a:t>
          </a:r>
          <a:endParaRPr lang="en-US"/>
        </a:p>
      </dgm:t>
    </dgm:pt>
    <dgm:pt modelId="{68BE993C-2678-4B23-B5B3-05B1ADDF173A}" type="parTrans" cxnId="{E68BED5B-CC22-43EB-96B4-F2A42A776C54}">
      <dgm:prSet/>
      <dgm:spPr/>
      <dgm:t>
        <a:bodyPr/>
        <a:lstStyle/>
        <a:p>
          <a:endParaRPr lang="en-US"/>
        </a:p>
      </dgm:t>
    </dgm:pt>
    <dgm:pt modelId="{6E902F79-521B-4206-8E28-FE9EC444DAB6}" type="sibTrans" cxnId="{E68BED5B-CC22-43EB-96B4-F2A42A776C54}">
      <dgm:prSet/>
      <dgm:spPr/>
      <dgm:t>
        <a:bodyPr/>
        <a:lstStyle/>
        <a:p>
          <a:endParaRPr lang="en-US"/>
        </a:p>
      </dgm:t>
    </dgm:pt>
    <dgm:pt modelId="{FDAD72CA-FA5D-4B09-BCC2-EF86D04FCEF9}">
      <dgm:prSet/>
      <dgm:spPr/>
      <dgm:t>
        <a:bodyPr/>
        <a:lstStyle/>
        <a:p>
          <a:r>
            <a:rPr lang="es-ES"/>
            <a:t>py</a:t>
          </a:r>
          <a:endParaRPr lang="en-US"/>
        </a:p>
      </dgm:t>
    </dgm:pt>
    <dgm:pt modelId="{B870FAC3-1F69-4CD5-914C-86265FEEF858}" type="parTrans" cxnId="{48755126-6F16-447C-9140-2BCF58505924}">
      <dgm:prSet/>
      <dgm:spPr/>
      <dgm:t>
        <a:bodyPr/>
        <a:lstStyle/>
        <a:p>
          <a:endParaRPr lang="en-US"/>
        </a:p>
      </dgm:t>
    </dgm:pt>
    <dgm:pt modelId="{0AE533C1-ECA2-42BB-8B16-A5F3C0D31260}" type="sibTrans" cxnId="{48755126-6F16-447C-9140-2BCF58505924}">
      <dgm:prSet/>
      <dgm:spPr/>
      <dgm:t>
        <a:bodyPr/>
        <a:lstStyle/>
        <a:p>
          <a:endParaRPr lang="en-US"/>
        </a:p>
      </dgm:t>
    </dgm:pt>
    <dgm:pt modelId="{7D1B697B-C0EB-42E8-B600-779B60ED3562}">
      <dgm:prSet/>
      <dgm:spPr/>
      <dgm:t>
        <a:bodyPr/>
        <a:lstStyle/>
        <a:p>
          <a:r>
            <a:rPr lang="es-ES"/>
            <a:t>ppt</a:t>
          </a:r>
          <a:endParaRPr lang="en-US"/>
        </a:p>
      </dgm:t>
    </dgm:pt>
    <dgm:pt modelId="{69C329BB-B92C-40B0-85A0-2E48CDADA501}" type="parTrans" cxnId="{4E212120-5670-4948-8D27-18B596D67A18}">
      <dgm:prSet/>
      <dgm:spPr/>
      <dgm:t>
        <a:bodyPr/>
        <a:lstStyle/>
        <a:p>
          <a:endParaRPr lang="en-US"/>
        </a:p>
      </dgm:t>
    </dgm:pt>
    <dgm:pt modelId="{0E1183D2-2553-4ACA-B5C0-2251E30498DF}" type="sibTrans" cxnId="{4E212120-5670-4948-8D27-18B596D67A18}">
      <dgm:prSet/>
      <dgm:spPr/>
      <dgm:t>
        <a:bodyPr/>
        <a:lstStyle/>
        <a:p>
          <a:endParaRPr lang="en-US"/>
        </a:p>
      </dgm:t>
    </dgm:pt>
    <dgm:pt modelId="{A3F8B9CC-3EF6-47BF-BEF8-E7A5289079BE}">
      <dgm:prSet/>
      <dgm:spPr/>
      <dgm:t>
        <a:bodyPr/>
        <a:lstStyle/>
        <a:p>
          <a:r>
            <a:rPr lang="es-ES"/>
            <a:t>Img</a:t>
          </a:r>
          <a:endParaRPr lang="en-US"/>
        </a:p>
      </dgm:t>
    </dgm:pt>
    <dgm:pt modelId="{2976B52D-1803-4902-AC97-5A846021D461}" type="parTrans" cxnId="{C460C1AA-851F-4E02-BBA8-822C64149EF3}">
      <dgm:prSet/>
      <dgm:spPr/>
      <dgm:t>
        <a:bodyPr/>
        <a:lstStyle/>
        <a:p>
          <a:endParaRPr lang="en-US"/>
        </a:p>
      </dgm:t>
    </dgm:pt>
    <dgm:pt modelId="{D5D14821-8E19-4AFE-B173-8997F08E3C34}" type="sibTrans" cxnId="{C460C1AA-851F-4E02-BBA8-822C64149EF3}">
      <dgm:prSet/>
      <dgm:spPr/>
      <dgm:t>
        <a:bodyPr/>
        <a:lstStyle/>
        <a:p>
          <a:endParaRPr lang="en-US"/>
        </a:p>
      </dgm:t>
    </dgm:pt>
    <dgm:pt modelId="{1392E48C-B679-44CA-A309-AE63DF2F1E28}">
      <dgm:prSet/>
      <dgm:spPr/>
      <dgm:t>
        <a:bodyPr/>
        <a:lstStyle/>
        <a:p>
          <a:r>
            <a:rPr lang="es-ES"/>
            <a:t>Bytes</a:t>
          </a:r>
          <a:endParaRPr lang="en-US"/>
        </a:p>
      </dgm:t>
    </dgm:pt>
    <dgm:pt modelId="{4C6EACA5-FBB6-4663-953D-B726A036CE7D}" type="parTrans" cxnId="{A2947CCD-C04C-4BB8-A732-7B43C4BE3971}">
      <dgm:prSet/>
      <dgm:spPr/>
      <dgm:t>
        <a:bodyPr/>
        <a:lstStyle/>
        <a:p>
          <a:endParaRPr lang="en-US"/>
        </a:p>
      </dgm:t>
    </dgm:pt>
    <dgm:pt modelId="{BB4328B4-C2D2-4D67-ABA3-B28430F3E991}" type="sibTrans" cxnId="{A2947CCD-C04C-4BB8-A732-7B43C4BE3971}">
      <dgm:prSet/>
      <dgm:spPr/>
      <dgm:t>
        <a:bodyPr/>
        <a:lstStyle/>
        <a:p>
          <a:endParaRPr lang="en-US"/>
        </a:p>
      </dgm:t>
    </dgm:pt>
    <dgm:pt modelId="{FBFB77E1-2F7F-4210-A4B6-E1E7F9394079}">
      <dgm:prSet/>
      <dgm:spPr/>
      <dgm:t>
        <a:bodyPr/>
        <a:lstStyle/>
        <a:p>
          <a:r>
            <a:rPr lang="es-ES"/>
            <a:t>KiloBytes</a:t>
          </a:r>
          <a:endParaRPr lang="en-US"/>
        </a:p>
      </dgm:t>
    </dgm:pt>
    <dgm:pt modelId="{7FF9FB4A-F7BD-43B6-AE40-3E3168935A10}" type="parTrans" cxnId="{11280867-5B63-44A5-8060-19D017DE5AD5}">
      <dgm:prSet/>
      <dgm:spPr/>
      <dgm:t>
        <a:bodyPr/>
        <a:lstStyle/>
        <a:p>
          <a:endParaRPr lang="en-US"/>
        </a:p>
      </dgm:t>
    </dgm:pt>
    <dgm:pt modelId="{0A48EDE2-6AC9-4060-9966-B54D9747D9B3}" type="sibTrans" cxnId="{11280867-5B63-44A5-8060-19D017DE5AD5}">
      <dgm:prSet/>
      <dgm:spPr/>
      <dgm:t>
        <a:bodyPr/>
        <a:lstStyle/>
        <a:p>
          <a:endParaRPr lang="en-US"/>
        </a:p>
      </dgm:t>
    </dgm:pt>
    <dgm:pt modelId="{3E565DC8-5B1F-413E-9D2C-683D11D783C5}">
      <dgm:prSet/>
      <dgm:spPr/>
      <dgm:t>
        <a:bodyPr/>
        <a:lstStyle/>
        <a:p>
          <a:r>
            <a:rPr lang="es-ES"/>
            <a:t>MegaBytes</a:t>
          </a:r>
          <a:endParaRPr lang="en-US"/>
        </a:p>
      </dgm:t>
    </dgm:pt>
    <dgm:pt modelId="{FB0127BD-2C8A-479B-B6FE-C9733F2BF7F6}" type="parTrans" cxnId="{FB539A4F-8A31-4992-89B0-37763353AFFE}">
      <dgm:prSet/>
      <dgm:spPr/>
      <dgm:t>
        <a:bodyPr/>
        <a:lstStyle/>
        <a:p>
          <a:endParaRPr lang="en-US"/>
        </a:p>
      </dgm:t>
    </dgm:pt>
    <dgm:pt modelId="{74BA4EAA-97CD-4818-8D3F-394D3808079F}" type="sibTrans" cxnId="{FB539A4F-8A31-4992-89B0-37763353AFFE}">
      <dgm:prSet/>
      <dgm:spPr/>
      <dgm:t>
        <a:bodyPr/>
        <a:lstStyle/>
        <a:p>
          <a:endParaRPr lang="en-US"/>
        </a:p>
      </dgm:t>
    </dgm:pt>
    <dgm:pt modelId="{09FCB610-6F0B-4088-BF05-7E72D90E906E}">
      <dgm:prSet/>
      <dgm:spPr/>
      <dgm:t>
        <a:bodyPr/>
        <a:lstStyle/>
        <a:p>
          <a:r>
            <a:rPr lang="es-ES"/>
            <a:t>GigaBytes)</a:t>
          </a:r>
          <a:endParaRPr lang="en-US"/>
        </a:p>
      </dgm:t>
    </dgm:pt>
    <dgm:pt modelId="{4F7AA2F3-7867-4E1B-956B-4FCEA8EE660F}" type="parTrans" cxnId="{CA70CE76-F58C-4E75-B4EF-FA4DF49F1C32}">
      <dgm:prSet/>
      <dgm:spPr/>
      <dgm:t>
        <a:bodyPr/>
        <a:lstStyle/>
        <a:p>
          <a:endParaRPr lang="en-US"/>
        </a:p>
      </dgm:t>
    </dgm:pt>
    <dgm:pt modelId="{26E71C1B-34F4-4D56-9F8F-A543BA9BD6A8}" type="sibTrans" cxnId="{CA70CE76-F58C-4E75-B4EF-FA4DF49F1C32}">
      <dgm:prSet/>
      <dgm:spPr/>
      <dgm:t>
        <a:bodyPr/>
        <a:lstStyle/>
        <a:p>
          <a:endParaRPr lang="en-US"/>
        </a:p>
      </dgm:t>
    </dgm:pt>
    <dgm:pt modelId="{6C6A28A8-EF66-42E8-A615-93E08C81FD15}">
      <dgm:prSet/>
      <dgm:spPr/>
      <dgm:t>
        <a:bodyPr/>
        <a:lstStyle/>
        <a:p>
          <a:r>
            <a:rPr lang="es-ES" dirty="0"/>
            <a:t>Camino</a:t>
          </a:r>
          <a:endParaRPr lang="en-US" dirty="0"/>
        </a:p>
      </dgm:t>
    </dgm:pt>
    <dgm:pt modelId="{8D5C7806-705A-45A4-916A-65850881F452}" type="parTrans" cxnId="{C5C1870E-310B-49EB-918D-EE0156E482EC}">
      <dgm:prSet/>
      <dgm:spPr/>
      <dgm:t>
        <a:bodyPr/>
        <a:lstStyle/>
        <a:p>
          <a:endParaRPr lang="en-US"/>
        </a:p>
      </dgm:t>
    </dgm:pt>
    <dgm:pt modelId="{DB323017-4149-40B1-AA1F-59704FFD62B2}" type="sibTrans" cxnId="{C5C1870E-310B-49EB-918D-EE0156E482EC}">
      <dgm:prSet/>
      <dgm:spPr/>
      <dgm:t>
        <a:bodyPr/>
        <a:lstStyle/>
        <a:p>
          <a:endParaRPr lang="en-US"/>
        </a:p>
      </dgm:t>
    </dgm:pt>
    <dgm:pt modelId="{DDD12F85-E728-462A-B2CC-73824F1A841A}">
      <dgm:prSet/>
      <dgm:spPr/>
      <dgm:t>
        <a:bodyPr/>
        <a:lstStyle/>
        <a:p>
          <a:r>
            <a:rPr lang="es-ES" dirty="0"/>
            <a:t>Es la serie de carpetas que se deben recorrer para acceder al archivo.</a:t>
          </a:r>
          <a:endParaRPr lang="en-US" dirty="0"/>
        </a:p>
      </dgm:t>
    </dgm:pt>
    <dgm:pt modelId="{4F157988-975F-4281-925B-E7C151A582F5}" type="parTrans" cxnId="{345CA2D0-D774-4F60-9C30-4108A74E7E7B}">
      <dgm:prSet/>
      <dgm:spPr/>
      <dgm:t>
        <a:bodyPr/>
        <a:lstStyle/>
        <a:p>
          <a:endParaRPr lang="en-US"/>
        </a:p>
      </dgm:t>
    </dgm:pt>
    <dgm:pt modelId="{A53D501E-47A7-423C-8AB1-E5325EFE7FD8}" type="sibTrans" cxnId="{345CA2D0-D774-4F60-9C30-4108A74E7E7B}">
      <dgm:prSet/>
      <dgm:spPr/>
      <dgm:t>
        <a:bodyPr/>
        <a:lstStyle/>
        <a:p>
          <a:endParaRPr lang="en-US"/>
        </a:p>
      </dgm:t>
    </dgm:pt>
    <dgm:pt modelId="{A609CC69-D485-4BED-8325-21E83E6E0A56}">
      <dgm:prSet/>
      <dgm:spPr/>
      <dgm:t>
        <a:bodyPr/>
        <a:lstStyle/>
        <a:p>
          <a:endParaRPr lang="en-US"/>
        </a:p>
      </dgm:t>
    </dgm:pt>
    <dgm:pt modelId="{68F6A355-5F79-4F02-8FD1-A8BE1238BC50}" type="parTrans" cxnId="{091B874C-0F9A-421A-B70C-C1E06291B055}">
      <dgm:prSet/>
      <dgm:spPr/>
      <dgm:t>
        <a:bodyPr/>
        <a:lstStyle/>
        <a:p>
          <a:endParaRPr lang="en-US"/>
        </a:p>
      </dgm:t>
    </dgm:pt>
    <dgm:pt modelId="{9353DFF3-A9CD-4FD3-B17D-01F354688579}" type="sibTrans" cxnId="{091B874C-0F9A-421A-B70C-C1E06291B055}">
      <dgm:prSet/>
      <dgm:spPr/>
      <dgm:t>
        <a:bodyPr/>
        <a:lstStyle/>
        <a:p>
          <a:endParaRPr lang="en-US"/>
        </a:p>
      </dgm:t>
    </dgm:pt>
    <dgm:pt modelId="{F6E46A86-57B3-4FD1-BAC0-357BF26DA0BC}" type="pres">
      <dgm:prSet presAssocID="{78A559CD-82D0-4FB0-9FB1-969B636C6A84}" presName="Name0" presStyleCnt="0">
        <dgm:presLayoutVars>
          <dgm:dir/>
          <dgm:animLvl val="lvl"/>
          <dgm:resizeHandles val="exact"/>
        </dgm:presLayoutVars>
      </dgm:prSet>
      <dgm:spPr/>
    </dgm:pt>
    <dgm:pt modelId="{1025C510-2E98-45B9-8D5F-1738AB721A0A}" type="pres">
      <dgm:prSet presAssocID="{E044995B-AB10-4206-B0AF-07669723AE94}" presName="composite" presStyleCnt="0"/>
      <dgm:spPr/>
    </dgm:pt>
    <dgm:pt modelId="{3C310F33-AEC2-463F-B6BE-AD7596DA7A0C}" type="pres">
      <dgm:prSet presAssocID="{E044995B-AB10-4206-B0AF-07669723AE9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E815FFF-4655-4B7F-B885-50D265668721}" type="pres">
      <dgm:prSet presAssocID="{E044995B-AB10-4206-B0AF-07669723AE94}" presName="desTx" presStyleLbl="alignAccFollowNode1" presStyleIdx="0" presStyleCnt="3">
        <dgm:presLayoutVars>
          <dgm:bulletEnabled val="1"/>
        </dgm:presLayoutVars>
      </dgm:prSet>
      <dgm:spPr/>
    </dgm:pt>
    <dgm:pt modelId="{D4D0D1AF-F02F-4214-8A67-70D62A330A46}" type="pres">
      <dgm:prSet presAssocID="{E11BDC44-EADC-47A0-8A5E-A65010BB6015}" presName="space" presStyleCnt="0"/>
      <dgm:spPr/>
    </dgm:pt>
    <dgm:pt modelId="{AC780102-3BB8-46DA-B5C9-FD7914BF4DA6}" type="pres">
      <dgm:prSet presAssocID="{1392E48C-B679-44CA-A309-AE63DF2F1E28}" presName="composite" presStyleCnt="0"/>
      <dgm:spPr/>
    </dgm:pt>
    <dgm:pt modelId="{BF103AD8-21C4-4D3A-9DF5-2CC2A9CC0129}" type="pres">
      <dgm:prSet presAssocID="{1392E48C-B679-44CA-A309-AE63DF2F1E2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2A4F933-11A3-46E0-B263-5EC320D34F68}" type="pres">
      <dgm:prSet presAssocID="{1392E48C-B679-44CA-A309-AE63DF2F1E28}" presName="desTx" presStyleLbl="alignAccFollowNode1" presStyleIdx="1" presStyleCnt="3">
        <dgm:presLayoutVars>
          <dgm:bulletEnabled val="1"/>
        </dgm:presLayoutVars>
      </dgm:prSet>
      <dgm:spPr/>
    </dgm:pt>
    <dgm:pt modelId="{083B48AE-7E03-4B1A-950C-ECC2131E2F2D}" type="pres">
      <dgm:prSet presAssocID="{BB4328B4-C2D2-4D67-ABA3-B28430F3E991}" presName="space" presStyleCnt="0"/>
      <dgm:spPr/>
    </dgm:pt>
    <dgm:pt modelId="{C9F8BEBE-EEA0-4FE5-A141-73D21AA1AF70}" type="pres">
      <dgm:prSet presAssocID="{6C6A28A8-EF66-42E8-A615-93E08C81FD15}" presName="composite" presStyleCnt="0"/>
      <dgm:spPr/>
    </dgm:pt>
    <dgm:pt modelId="{609FA0CC-E136-4552-AAA4-2F06A4381417}" type="pres">
      <dgm:prSet presAssocID="{6C6A28A8-EF66-42E8-A615-93E08C81FD1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5936519-9524-4C0B-A7B1-8FD251917C87}" type="pres">
      <dgm:prSet presAssocID="{6C6A28A8-EF66-42E8-A615-93E08C81FD15}" presName="desTx" presStyleLbl="alignAccFollowNode1" presStyleIdx="2" presStyleCnt="3">
        <dgm:presLayoutVars>
          <dgm:bulletEnabled val="1"/>
        </dgm:presLayoutVars>
      </dgm:prSet>
      <dgm:spPr>
        <a:xfrm>
          <a:off x="4457495" y="834391"/>
          <a:ext cx="1954162" cy="2239920"/>
        </a:xfrm>
        <a:prstGeom prst="rect">
          <a:avLst/>
        </a:prstGeom>
      </dgm:spPr>
    </dgm:pt>
  </dgm:ptLst>
  <dgm:cxnLst>
    <dgm:cxn modelId="{61B18305-C294-47CD-86E0-0D70C0D40A2C}" type="presOf" srcId="{6C6A28A8-EF66-42E8-A615-93E08C81FD15}" destId="{609FA0CC-E136-4552-AAA4-2F06A4381417}" srcOrd="0" destOrd="0" presId="urn:microsoft.com/office/officeart/2005/8/layout/hList1"/>
    <dgm:cxn modelId="{C5C1870E-310B-49EB-918D-EE0156E482EC}" srcId="{78A559CD-82D0-4FB0-9FB1-969B636C6A84}" destId="{6C6A28A8-EF66-42E8-A615-93E08C81FD15}" srcOrd="2" destOrd="0" parTransId="{8D5C7806-705A-45A4-916A-65850881F452}" sibTransId="{DB323017-4149-40B1-AA1F-59704FFD62B2}"/>
    <dgm:cxn modelId="{0C64211A-B153-499F-933F-C4DBA13EFD57}" type="presOf" srcId="{E044995B-AB10-4206-B0AF-07669723AE94}" destId="{3C310F33-AEC2-463F-B6BE-AD7596DA7A0C}" srcOrd="0" destOrd="0" presId="urn:microsoft.com/office/officeart/2005/8/layout/hList1"/>
    <dgm:cxn modelId="{4E212120-5670-4948-8D27-18B596D67A18}" srcId="{D2840176-68A3-491C-B062-7ADEB43EAD88}" destId="{7D1B697B-C0EB-42E8-B600-779B60ED3562}" srcOrd="1" destOrd="0" parTransId="{69C329BB-B92C-40B0-85A0-2E48CDADA501}" sibTransId="{0E1183D2-2553-4ACA-B5C0-2251E30498DF}"/>
    <dgm:cxn modelId="{48755126-6F16-447C-9140-2BCF58505924}" srcId="{D2840176-68A3-491C-B062-7ADEB43EAD88}" destId="{FDAD72CA-FA5D-4B09-BCC2-EF86D04FCEF9}" srcOrd="0" destOrd="0" parTransId="{B870FAC3-1F69-4CD5-914C-86265FEEF858}" sibTransId="{0AE533C1-ECA2-42BB-8B16-A5F3C0D31260}"/>
    <dgm:cxn modelId="{A4DBD833-4AAB-4C93-95C7-C07876E9054F}" srcId="{E044995B-AB10-4206-B0AF-07669723AE94}" destId="{7E3C9780-2DA2-4983-BB0B-CCE488EF708C}" srcOrd="0" destOrd="0" parTransId="{997F5FEC-13DC-4B80-95A0-CBD0AB68EDED}" sibTransId="{8DF16D84-42F0-4BBB-8C7D-45971B5A4973}"/>
    <dgm:cxn modelId="{A0E45D3A-DD42-4636-8891-4A22E379600F}" type="presOf" srcId="{DDD12F85-E728-462A-B2CC-73824F1A841A}" destId="{B5936519-9524-4C0B-A7B1-8FD251917C87}" srcOrd="0" destOrd="0" presId="urn:microsoft.com/office/officeart/2005/8/layout/hList1"/>
    <dgm:cxn modelId="{E68BED5B-CC22-43EB-96B4-F2A42A776C54}" srcId="{E044995B-AB10-4206-B0AF-07669723AE94}" destId="{D2840176-68A3-491C-B062-7ADEB43EAD88}" srcOrd="1" destOrd="0" parTransId="{68BE993C-2678-4B23-B5B3-05B1ADDF173A}" sibTransId="{6E902F79-521B-4206-8E28-FE9EC444DAB6}"/>
    <dgm:cxn modelId="{44BCBF64-D805-4543-A704-4209C6FEE6C2}" type="presOf" srcId="{A3F8B9CC-3EF6-47BF-BEF8-E7A5289079BE}" destId="{6E815FFF-4655-4B7F-B885-50D265668721}" srcOrd="0" destOrd="4" presId="urn:microsoft.com/office/officeart/2005/8/layout/hList1"/>
    <dgm:cxn modelId="{11280867-5B63-44A5-8060-19D017DE5AD5}" srcId="{1392E48C-B679-44CA-A309-AE63DF2F1E28}" destId="{FBFB77E1-2F7F-4210-A4B6-E1E7F9394079}" srcOrd="0" destOrd="0" parTransId="{7FF9FB4A-F7BD-43B6-AE40-3E3168935A10}" sibTransId="{0A48EDE2-6AC9-4060-9966-B54D9747D9B3}"/>
    <dgm:cxn modelId="{091B874C-0F9A-421A-B70C-C1E06291B055}" srcId="{6C6A28A8-EF66-42E8-A615-93E08C81FD15}" destId="{A609CC69-D485-4BED-8325-21E83E6E0A56}" srcOrd="1" destOrd="0" parTransId="{68F6A355-5F79-4F02-8FD1-A8BE1238BC50}" sibTransId="{9353DFF3-A9CD-4FD3-B17D-01F354688579}"/>
    <dgm:cxn modelId="{688E724D-1573-454C-8D6F-F6E2DCC18CE1}" type="presOf" srcId="{D2840176-68A3-491C-B062-7ADEB43EAD88}" destId="{6E815FFF-4655-4B7F-B885-50D265668721}" srcOrd="0" destOrd="1" presId="urn:microsoft.com/office/officeart/2005/8/layout/hList1"/>
    <dgm:cxn modelId="{6D47876F-13F1-4F17-A465-8B88487EB21E}" type="presOf" srcId="{7D1B697B-C0EB-42E8-B600-779B60ED3562}" destId="{6E815FFF-4655-4B7F-B885-50D265668721}" srcOrd="0" destOrd="3" presId="urn:microsoft.com/office/officeart/2005/8/layout/hList1"/>
    <dgm:cxn modelId="{FB539A4F-8A31-4992-89B0-37763353AFFE}" srcId="{1392E48C-B679-44CA-A309-AE63DF2F1E28}" destId="{3E565DC8-5B1F-413E-9D2C-683D11D783C5}" srcOrd="1" destOrd="0" parTransId="{FB0127BD-2C8A-479B-B6FE-C9733F2BF7F6}" sibTransId="{74BA4EAA-97CD-4818-8D3F-394D3808079F}"/>
    <dgm:cxn modelId="{11DB6270-3D83-4CB8-9AFD-4071A6BC57B9}" type="presOf" srcId="{1392E48C-B679-44CA-A309-AE63DF2F1E28}" destId="{BF103AD8-21C4-4D3A-9DF5-2CC2A9CC0129}" srcOrd="0" destOrd="0" presId="urn:microsoft.com/office/officeart/2005/8/layout/hList1"/>
    <dgm:cxn modelId="{40943272-00DE-4075-86DC-28B4EA47E8B6}" type="presOf" srcId="{78A559CD-82D0-4FB0-9FB1-969B636C6A84}" destId="{F6E46A86-57B3-4FD1-BAC0-357BF26DA0BC}" srcOrd="0" destOrd="0" presId="urn:microsoft.com/office/officeart/2005/8/layout/hList1"/>
    <dgm:cxn modelId="{CA70CE76-F58C-4E75-B4EF-FA4DF49F1C32}" srcId="{1392E48C-B679-44CA-A309-AE63DF2F1E28}" destId="{09FCB610-6F0B-4088-BF05-7E72D90E906E}" srcOrd="2" destOrd="0" parTransId="{4F7AA2F3-7867-4E1B-956B-4FCEA8EE660F}" sibTransId="{26E71C1B-34F4-4D56-9F8F-A543BA9BD6A8}"/>
    <dgm:cxn modelId="{2C33DD78-BDAB-41B4-8853-8C3AA3AA7849}" type="presOf" srcId="{A609CC69-D485-4BED-8325-21E83E6E0A56}" destId="{B5936519-9524-4C0B-A7B1-8FD251917C87}" srcOrd="0" destOrd="1" presId="urn:microsoft.com/office/officeart/2005/8/layout/hList1"/>
    <dgm:cxn modelId="{4495F290-456D-4B9E-AC2C-417F7728CEA3}" type="presOf" srcId="{3E565DC8-5B1F-413E-9D2C-683D11D783C5}" destId="{62A4F933-11A3-46E0-B263-5EC320D34F68}" srcOrd="0" destOrd="1" presId="urn:microsoft.com/office/officeart/2005/8/layout/hList1"/>
    <dgm:cxn modelId="{1D5B5092-63C2-44BA-9683-952ABABE87CE}" type="presOf" srcId="{09FCB610-6F0B-4088-BF05-7E72D90E906E}" destId="{62A4F933-11A3-46E0-B263-5EC320D34F68}" srcOrd="0" destOrd="2" presId="urn:microsoft.com/office/officeart/2005/8/layout/hList1"/>
    <dgm:cxn modelId="{C460C1AA-851F-4E02-BBA8-822C64149EF3}" srcId="{D2840176-68A3-491C-B062-7ADEB43EAD88}" destId="{A3F8B9CC-3EF6-47BF-BEF8-E7A5289079BE}" srcOrd="2" destOrd="0" parTransId="{2976B52D-1803-4902-AC97-5A846021D461}" sibTransId="{D5D14821-8E19-4AFE-B173-8997F08E3C34}"/>
    <dgm:cxn modelId="{31CD8ABA-CEE2-48B4-8039-4C49C1D906E8}" srcId="{78A559CD-82D0-4FB0-9FB1-969B636C6A84}" destId="{E044995B-AB10-4206-B0AF-07669723AE94}" srcOrd="0" destOrd="0" parTransId="{247F9F22-9B2E-4851-8980-0263E67C2B59}" sibTransId="{E11BDC44-EADC-47A0-8A5E-A65010BB6015}"/>
    <dgm:cxn modelId="{411A0BBC-1F09-41B3-9B4A-480C3F30CF93}" type="presOf" srcId="{7E3C9780-2DA2-4983-BB0B-CCE488EF708C}" destId="{6E815FFF-4655-4B7F-B885-50D265668721}" srcOrd="0" destOrd="0" presId="urn:microsoft.com/office/officeart/2005/8/layout/hList1"/>
    <dgm:cxn modelId="{A2947CCD-C04C-4BB8-A732-7B43C4BE3971}" srcId="{78A559CD-82D0-4FB0-9FB1-969B636C6A84}" destId="{1392E48C-B679-44CA-A309-AE63DF2F1E28}" srcOrd="1" destOrd="0" parTransId="{4C6EACA5-FBB6-4663-953D-B726A036CE7D}" sibTransId="{BB4328B4-C2D2-4D67-ABA3-B28430F3E991}"/>
    <dgm:cxn modelId="{345CA2D0-D774-4F60-9C30-4108A74E7E7B}" srcId="{6C6A28A8-EF66-42E8-A615-93E08C81FD15}" destId="{DDD12F85-E728-462A-B2CC-73824F1A841A}" srcOrd="0" destOrd="0" parTransId="{4F157988-975F-4281-925B-E7C151A582F5}" sibTransId="{A53D501E-47A7-423C-8AB1-E5325EFE7FD8}"/>
    <dgm:cxn modelId="{8F078AF3-6F65-496A-AF19-120BCE779F68}" type="presOf" srcId="{FDAD72CA-FA5D-4B09-BCC2-EF86D04FCEF9}" destId="{6E815FFF-4655-4B7F-B885-50D265668721}" srcOrd="0" destOrd="2" presId="urn:microsoft.com/office/officeart/2005/8/layout/hList1"/>
    <dgm:cxn modelId="{77E12AF6-7415-46A1-A3B8-2B9D45A833C6}" type="presOf" srcId="{FBFB77E1-2F7F-4210-A4B6-E1E7F9394079}" destId="{62A4F933-11A3-46E0-B263-5EC320D34F68}" srcOrd="0" destOrd="0" presId="urn:microsoft.com/office/officeart/2005/8/layout/hList1"/>
    <dgm:cxn modelId="{6FF0343E-CDC3-4F3D-A318-899236D4372A}" type="presParOf" srcId="{F6E46A86-57B3-4FD1-BAC0-357BF26DA0BC}" destId="{1025C510-2E98-45B9-8D5F-1738AB721A0A}" srcOrd="0" destOrd="0" presId="urn:microsoft.com/office/officeart/2005/8/layout/hList1"/>
    <dgm:cxn modelId="{A9C10D49-6DA2-4441-99FE-BE9AEB443F93}" type="presParOf" srcId="{1025C510-2E98-45B9-8D5F-1738AB721A0A}" destId="{3C310F33-AEC2-463F-B6BE-AD7596DA7A0C}" srcOrd="0" destOrd="0" presId="urn:microsoft.com/office/officeart/2005/8/layout/hList1"/>
    <dgm:cxn modelId="{DA652A4D-7EAA-4CFE-913E-5FFB542EF28A}" type="presParOf" srcId="{1025C510-2E98-45B9-8D5F-1738AB721A0A}" destId="{6E815FFF-4655-4B7F-B885-50D265668721}" srcOrd="1" destOrd="0" presId="urn:microsoft.com/office/officeart/2005/8/layout/hList1"/>
    <dgm:cxn modelId="{4DAED4F5-BC0E-4B6A-AB21-885F8B8B7F97}" type="presParOf" srcId="{F6E46A86-57B3-4FD1-BAC0-357BF26DA0BC}" destId="{D4D0D1AF-F02F-4214-8A67-70D62A330A46}" srcOrd="1" destOrd="0" presId="urn:microsoft.com/office/officeart/2005/8/layout/hList1"/>
    <dgm:cxn modelId="{771F0811-64CA-4F57-85E9-A5C7186BD9E3}" type="presParOf" srcId="{F6E46A86-57B3-4FD1-BAC0-357BF26DA0BC}" destId="{AC780102-3BB8-46DA-B5C9-FD7914BF4DA6}" srcOrd="2" destOrd="0" presId="urn:microsoft.com/office/officeart/2005/8/layout/hList1"/>
    <dgm:cxn modelId="{B69DED88-FFC5-4631-B26D-35BCE6B0A909}" type="presParOf" srcId="{AC780102-3BB8-46DA-B5C9-FD7914BF4DA6}" destId="{BF103AD8-21C4-4D3A-9DF5-2CC2A9CC0129}" srcOrd="0" destOrd="0" presId="urn:microsoft.com/office/officeart/2005/8/layout/hList1"/>
    <dgm:cxn modelId="{AF4FA19C-7D3D-4948-8FF3-222BE5BC99A8}" type="presParOf" srcId="{AC780102-3BB8-46DA-B5C9-FD7914BF4DA6}" destId="{62A4F933-11A3-46E0-B263-5EC320D34F68}" srcOrd="1" destOrd="0" presId="urn:microsoft.com/office/officeart/2005/8/layout/hList1"/>
    <dgm:cxn modelId="{DF64E7C7-E9D4-4186-A36C-1C2849EBF970}" type="presParOf" srcId="{F6E46A86-57B3-4FD1-BAC0-357BF26DA0BC}" destId="{083B48AE-7E03-4B1A-950C-ECC2131E2F2D}" srcOrd="3" destOrd="0" presId="urn:microsoft.com/office/officeart/2005/8/layout/hList1"/>
    <dgm:cxn modelId="{E2708E0D-4AF4-4AFD-9476-D5460532488E}" type="presParOf" srcId="{F6E46A86-57B3-4FD1-BAC0-357BF26DA0BC}" destId="{C9F8BEBE-EEA0-4FE5-A141-73D21AA1AF70}" srcOrd="4" destOrd="0" presId="urn:microsoft.com/office/officeart/2005/8/layout/hList1"/>
    <dgm:cxn modelId="{3B1D989D-BF79-4FA8-8A2C-CED11B732384}" type="presParOf" srcId="{C9F8BEBE-EEA0-4FE5-A141-73D21AA1AF70}" destId="{609FA0CC-E136-4552-AAA4-2F06A4381417}" srcOrd="0" destOrd="0" presId="urn:microsoft.com/office/officeart/2005/8/layout/hList1"/>
    <dgm:cxn modelId="{D814BAAB-F92E-40C5-8554-14D24426F745}" type="presParOf" srcId="{C9F8BEBE-EEA0-4FE5-A141-73D21AA1AF70}" destId="{B5936519-9524-4C0B-A7B1-8FD251917C8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310F33-AEC2-463F-B6BE-AD7596DA7A0C}">
      <dsp:nvSpPr>
        <dsp:cNvPr id="0" name=""/>
        <dsp:cNvSpPr/>
      </dsp:nvSpPr>
      <dsp:spPr>
        <a:xfrm>
          <a:off x="2004" y="112018"/>
          <a:ext cx="1954162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Nombre</a:t>
          </a:r>
          <a:endParaRPr lang="en-US" sz="2100" kern="1200"/>
        </a:p>
      </dsp:txBody>
      <dsp:txXfrm>
        <a:off x="2004" y="112018"/>
        <a:ext cx="1954162" cy="604800"/>
      </dsp:txXfrm>
    </dsp:sp>
    <dsp:sp modelId="{6E815FFF-4655-4B7F-B885-50D265668721}">
      <dsp:nvSpPr>
        <dsp:cNvPr id="0" name=""/>
        <dsp:cNvSpPr/>
      </dsp:nvSpPr>
      <dsp:spPr>
        <a:xfrm>
          <a:off x="2004" y="716818"/>
          <a:ext cx="1954162" cy="23886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Título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Extensión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py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ppt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Img</a:t>
          </a:r>
          <a:endParaRPr lang="en-US" sz="2100" kern="1200"/>
        </a:p>
      </dsp:txBody>
      <dsp:txXfrm>
        <a:off x="2004" y="716818"/>
        <a:ext cx="1954162" cy="2388664"/>
      </dsp:txXfrm>
    </dsp:sp>
    <dsp:sp modelId="{BF103AD8-21C4-4D3A-9DF5-2CC2A9CC0129}">
      <dsp:nvSpPr>
        <dsp:cNvPr id="0" name=""/>
        <dsp:cNvSpPr/>
      </dsp:nvSpPr>
      <dsp:spPr>
        <a:xfrm>
          <a:off x="2229750" y="112018"/>
          <a:ext cx="1954162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Bytes</a:t>
          </a:r>
          <a:endParaRPr lang="en-US" sz="2100" kern="1200"/>
        </a:p>
      </dsp:txBody>
      <dsp:txXfrm>
        <a:off x="2229750" y="112018"/>
        <a:ext cx="1954162" cy="604800"/>
      </dsp:txXfrm>
    </dsp:sp>
    <dsp:sp modelId="{62A4F933-11A3-46E0-B263-5EC320D34F68}">
      <dsp:nvSpPr>
        <dsp:cNvPr id="0" name=""/>
        <dsp:cNvSpPr/>
      </dsp:nvSpPr>
      <dsp:spPr>
        <a:xfrm>
          <a:off x="2229750" y="716818"/>
          <a:ext cx="1954162" cy="23886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KiloBytes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MegaBytes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GigaBytes)</a:t>
          </a:r>
          <a:endParaRPr lang="en-US" sz="2100" kern="1200"/>
        </a:p>
      </dsp:txBody>
      <dsp:txXfrm>
        <a:off x="2229750" y="716818"/>
        <a:ext cx="1954162" cy="2388664"/>
      </dsp:txXfrm>
    </dsp:sp>
    <dsp:sp modelId="{609FA0CC-E136-4552-AAA4-2F06A4381417}">
      <dsp:nvSpPr>
        <dsp:cNvPr id="0" name=""/>
        <dsp:cNvSpPr/>
      </dsp:nvSpPr>
      <dsp:spPr>
        <a:xfrm>
          <a:off x="4457495" y="112018"/>
          <a:ext cx="1954162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Camino</a:t>
          </a:r>
          <a:endParaRPr lang="en-US" sz="2100" kern="1200" dirty="0"/>
        </a:p>
      </dsp:txBody>
      <dsp:txXfrm>
        <a:off x="4457495" y="112018"/>
        <a:ext cx="1954162" cy="604800"/>
      </dsp:txXfrm>
    </dsp:sp>
    <dsp:sp modelId="{B5936519-9524-4C0B-A7B1-8FD251917C87}">
      <dsp:nvSpPr>
        <dsp:cNvPr id="0" name=""/>
        <dsp:cNvSpPr/>
      </dsp:nvSpPr>
      <dsp:spPr>
        <a:xfrm>
          <a:off x="4457495" y="716818"/>
          <a:ext cx="1954162" cy="23886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 dirty="0"/>
            <a:t>Es la serie de carpetas que se deben recorrer para acceder al archivo.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100" kern="1200"/>
        </a:p>
      </dsp:txBody>
      <dsp:txXfrm>
        <a:off x="4457495" y="716818"/>
        <a:ext cx="1954162" cy="23886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73BB4-624C-4056-8D37-621F995BF4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39530-64A9-4925-8D5E-E0CCBAA79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6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88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4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5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3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5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ECB181-E4EF-43AF-A2BE-59DB96048CA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3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dirty="0" err="1"/>
              <a:t>Manejo</a:t>
            </a:r>
            <a:r>
              <a:rPr lang="en-US" dirty="0"/>
              <a:t> de </a:t>
            </a:r>
            <a:r>
              <a:rPr lang="en-US" dirty="0" err="1"/>
              <a:t>archivos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Bach. Daniel Pérez Morera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5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18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98DB1-9D18-44EB-3FAD-115B8F76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s-ES" b="1"/>
              <a:t>Archivo</a:t>
            </a:r>
            <a:endParaRPr lang="en-US" b="1"/>
          </a:p>
        </p:txBody>
      </p:sp>
      <p:pic>
        <p:nvPicPr>
          <p:cNvPr id="33" name="Graphic 15" descr="Open Folder">
            <a:extLst>
              <a:ext uri="{FF2B5EF4-FFF2-40B4-BE49-F238E27FC236}">
                <a16:creationId xmlns:a16="http://schemas.microsoft.com/office/drawing/2014/main" id="{AE2B33B0-070B-3E3D-509C-90378A3E6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34" name="Straight Connector 20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E6227F29-732F-EF7E-CD5E-C4A84CF12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s-ES" sz="1500"/>
              <a:t>Un archivo es un </a:t>
            </a:r>
            <a:r>
              <a:rPr lang="es-ES" sz="1500" b="1"/>
              <a:t>recurso para almacenar información</a:t>
            </a:r>
            <a:r>
              <a:rPr lang="es-ES" sz="1500"/>
              <a:t>. En particular, se puede escribir, modificar y leer información de un archivo. </a:t>
            </a:r>
          </a:p>
          <a:p>
            <a:r>
              <a:rPr lang="es-ES" sz="1500"/>
              <a:t>Los archivos pueden tener varios tipos o formatos:</a:t>
            </a:r>
          </a:p>
          <a:p>
            <a:pPr lvl="1"/>
            <a:r>
              <a:rPr lang="es-ES" sz="1500"/>
              <a:t>Imágenes</a:t>
            </a:r>
          </a:p>
          <a:p>
            <a:pPr lvl="1"/>
            <a:r>
              <a:rPr lang="es-ES" sz="1500"/>
              <a:t>Texto</a:t>
            </a:r>
          </a:p>
          <a:p>
            <a:pPr lvl="1"/>
            <a:r>
              <a:rPr lang="es-ES" sz="1500"/>
              <a:t>Audio</a:t>
            </a:r>
          </a:p>
          <a:p>
            <a:pPr lvl="1"/>
            <a:r>
              <a:rPr lang="es-ES" sz="1500"/>
              <a:t>Video</a:t>
            </a:r>
          </a:p>
          <a:p>
            <a:pPr lvl="1"/>
            <a:r>
              <a:rPr lang="es-ES" sz="1500"/>
              <a:t>Documentos</a:t>
            </a:r>
          </a:p>
          <a:p>
            <a:pPr lvl="1"/>
            <a:r>
              <a:rPr lang="es-ES" sz="1500"/>
              <a:t>Ejecutables. </a:t>
            </a:r>
          </a:p>
          <a:p>
            <a:pPr marL="201168" lvl="1" indent="0">
              <a:buNone/>
            </a:pPr>
            <a:r>
              <a:rPr lang="es-ES" sz="1500"/>
              <a:t>No obstante, en el fondo, cada uno de estos es un archivo.</a:t>
            </a:r>
          </a:p>
        </p:txBody>
      </p:sp>
      <p:sp>
        <p:nvSpPr>
          <p:cNvPr id="36" name="Rectangle 22">
            <a:extLst>
              <a:ext uri="{FF2B5EF4-FFF2-40B4-BE49-F238E27FC236}">
                <a16:creationId xmlns:a16="http://schemas.microsoft.com/office/drawing/2014/main" id="{6587DBF8-5C50-4034-8B79-FE54A01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24">
            <a:extLst>
              <a:ext uri="{FF2B5EF4-FFF2-40B4-BE49-F238E27FC236}">
                <a16:creationId xmlns:a16="http://schemas.microsoft.com/office/drawing/2014/main" id="{14720853-E885-4BE5-BFE2-24004CEF6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97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77B2FF-7710-F0CD-F143-903707D57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6B9859-935E-C2F1-C37A-6BBFFEF38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440F40-0B59-24A5-C095-26DD8DD39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A7BA0-BAE9-C5DC-1332-900071FBE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Características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D3F2DB-6122-AB01-1948-449C5A54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E7FFD8DE-D541-2CE4-4DDE-3979F630DF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2433309"/>
              </p:ext>
            </p:extLst>
          </p:nvPr>
        </p:nvGraphicFramePr>
        <p:xfrm>
          <a:off x="4938365" y="1820249"/>
          <a:ext cx="6413663" cy="3217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4716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D8F90-21A7-E50D-9BFC-DB988652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EBADC-188C-34DB-6A18-D5EE13CDD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4404360" cy="2111477"/>
          </a:xfrm>
        </p:spPr>
        <p:txBody>
          <a:bodyPr>
            <a:normAutofit/>
          </a:bodyPr>
          <a:lstStyle/>
          <a:p>
            <a:r>
              <a:rPr lang="es-ES" sz="4000" b="1" dirty="0"/>
              <a:t>Archivos en Python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34AFE-0D8A-BD0D-9EAF-B90E4DC0A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432" y="2398080"/>
            <a:ext cx="5212080" cy="3471013"/>
          </a:xfrm>
        </p:spPr>
        <p:txBody>
          <a:bodyPr>
            <a:normAutofit/>
          </a:bodyPr>
          <a:lstStyle/>
          <a:p>
            <a:r>
              <a:rPr lang="es-ES" dirty="0"/>
              <a:t>Así como para usar una variable debemos declararla, para utilizar un archivo en Python debemos </a:t>
            </a:r>
            <a:r>
              <a:rPr lang="es-ES" b="1" dirty="0"/>
              <a:t>abrirlo.  </a:t>
            </a:r>
            <a:r>
              <a:rPr lang="es-ES" dirty="0"/>
              <a:t>Una vez que terminamos de usarlo, debemos </a:t>
            </a:r>
            <a:r>
              <a:rPr lang="es-ES" b="1" dirty="0"/>
              <a:t>cerrarlo. </a:t>
            </a:r>
            <a:r>
              <a:rPr lang="es-ES" dirty="0"/>
              <a:t>Una vez que está abierto, podemos </a:t>
            </a:r>
            <a:r>
              <a:rPr lang="es-ES" b="1" dirty="0"/>
              <a:t>leer </a:t>
            </a:r>
            <a:r>
              <a:rPr lang="es-ES" dirty="0"/>
              <a:t>o</a:t>
            </a:r>
            <a:r>
              <a:rPr lang="es-ES" b="1" dirty="0"/>
              <a:t> escribir</a:t>
            </a:r>
            <a:r>
              <a:rPr lang="es-ES" dirty="0"/>
              <a:t> dentro del archivo.</a:t>
            </a:r>
          </a:p>
          <a:p>
            <a:r>
              <a:rPr lang="es-ES" dirty="0"/>
              <a:t>Hay 4 modos de abrir archivos en Python: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1D51F32-0045-40E7-85D1-792AAFCDC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423866"/>
              </p:ext>
            </p:extLst>
          </p:nvPr>
        </p:nvGraphicFramePr>
        <p:xfrm>
          <a:off x="6598920" y="2002498"/>
          <a:ext cx="5212080" cy="292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399">
                  <a:extLst>
                    <a:ext uri="{9D8B030D-6E8A-4147-A177-3AD203B41FA5}">
                      <a16:colId xmlns:a16="http://schemas.microsoft.com/office/drawing/2014/main" val="3908517925"/>
                    </a:ext>
                  </a:extLst>
                </a:gridCol>
                <a:gridCol w="4055681">
                  <a:extLst>
                    <a:ext uri="{9D8B030D-6E8A-4147-A177-3AD203B41FA5}">
                      <a16:colId xmlns:a16="http://schemas.microsoft.com/office/drawing/2014/main" val="2472338496"/>
                    </a:ext>
                  </a:extLst>
                </a:gridCol>
              </a:tblGrid>
              <a:tr h="410394">
                <a:tc>
                  <a:txBody>
                    <a:bodyPr/>
                    <a:lstStyle/>
                    <a:p>
                      <a:r>
                        <a:rPr lang="en-US" sz="2000" dirty="0"/>
                        <a:t>Modo</a:t>
                      </a:r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Significado</a:t>
                      </a:r>
                      <a:endParaRPr lang="en-US" sz="20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2176040431"/>
                  </a:ext>
                </a:extLst>
              </a:tr>
              <a:tr h="410394">
                <a:tc>
                  <a:txBody>
                    <a:bodyPr/>
                    <a:lstStyle/>
                    <a:p>
                      <a:r>
                        <a:rPr lang="es-CR" sz="2000"/>
                        <a:t>r</a:t>
                      </a:r>
                      <a:endParaRPr lang="en-US" sz="2000"/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Solo lectura</a:t>
                      </a: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1310935982"/>
                  </a:ext>
                </a:extLst>
              </a:tr>
              <a:tr h="717916">
                <a:tc>
                  <a:txBody>
                    <a:bodyPr/>
                    <a:lstStyle/>
                    <a:p>
                      <a:r>
                        <a:rPr lang="es-CR" sz="2000"/>
                        <a:t>w</a:t>
                      </a:r>
                      <a:endParaRPr lang="en-US" sz="2000"/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Solo escritura, borrando los contenidos previos</a:t>
                      </a: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61381167"/>
                  </a:ext>
                </a:extLst>
              </a:tr>
              <a:tr h="717916">
                <a:tc>
                  <a:txBody>
                    <a:bodyPr/>
                    <a:lstStyle/>
                    <a:p>
                      <a:r>
                        <a:rPr lang="es-CR" sz="2000"/>
                        <a:t>a</a:t>
                      </a:r>
                      <a:endParaRPr lang="en-US" sz="2000"/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Solo escritura, empezando a escribir al final del archivo</a:t>
                      </a: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194332690"/>
                  </a:ext>
                </a:extLst>
              </a:tr>
              <a:tr h="410394">
                <a:tc>
                  <a:txBody>
                    <a:bodyPr/>
                    <a:lstStyle/>
                    <a:p>
                      <a:r>
                        <a:rPr lang="en-US" sz="2000"/>
                        <a:t>r+</a:t>
                      </a:r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Lectura y </a:t>
                      </a:r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escritura</a:t>
                      </a:r>
                      <a:endParaRPr lang="en-US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2241017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74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70EEC-49BA-37A5-4319-12C2FCAE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46A98F-282E-11F4-DA36-25AB19304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ED6329-60CB-3B05-BBA1-03FE1790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8D5F50-45F2-687A-8A1A-F8244CF9B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Abrir y cerrar un archivo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384353-5089-1358-2F19-3AB4BD382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AEDA045-71AD-FB2C-AEE0-8E214DD4B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936" y="2549550"/>
            <a:ext cx="6595872" cy="17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5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AB85C2-7905-0163-A694-108AE8521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5E7DD3-C342-9AF1-63DD-62EB9CA4F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3ADD0B-6777-0D9F-DCA3-11A112483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BE630F-E9A4-453D-460F-C22B14278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Leer un archivo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916FE4-A9B5-E0A6-B882-2666719F8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CDC7844-19AF-F483-CE2F-83527E027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072" y="733425"/>
            <a:ext cx="657225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23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7D683-C4E2-6261-40A7-7CDC1F93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795E16-C3B3-99DF-0900-CCB7650F6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A61AE9-29C0-1FC7-05AF-0DD62B138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0D43C-A328-2D8D-7B69-ADE83B8D8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Escribir un archivo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3D81A3-4E10-C632-CAA7-110FDF597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D77B159-52B9-7D8A-8F0B-CE30CA0BB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072" y="1981200"/>
            <a:ext cx="65722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4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B071E-0E98-FC42-47DD-D7827B3F1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4D4304-9DC8-B11D-518A-D414793CC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D4219D-F6EC-7096-037F-FF9A7BDF4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DC8B1-8773-CDF2-5C2B-28374F654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Movimiento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C73729-CB9A-FA4C-1CD9-5689E8DF1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0D8A85-6695-C7B2-73E1-1BE1A0F1E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01" y="1813817"/>
            <a:ext cx="6489192" cy="323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63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E28CC-B2EC-079B-CDB1-5FB160F48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7ED530-7881-72D8-E920-B51047534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49FDF-B7C2-025A-0237-EE1D78059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BC924-3AC9-458C-554D-6FC5A210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</a:rPr>
              <a:t>Caracteres especiales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F1D3F9-3DA6-A393-F965-851562FB9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63AE6C7-DBBA-24E4-112B-808DA593C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960211"/>
              </p:ext>
            </p:extLst>
          </p:nvPr>
        </p:nvGraphicFramePr>
        <p:xfrm>
          <a:off x="5376306" y="2057400"/>
          <a:ext cx="553778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914">
                  <a:extLst>
                    <a:ext uri="{9D8B030D-6E8A-4147-A177-3AD203B41FA5}">
                      <a16:colId xmlns:a16="http://schemas.microsoft.com/office/drawing/2014/main" val="3998904712"/>
                    </a:ext>
                  </a:extLst>
                </a:gridCol>
                <a:gridCol w="3622868">
                  <a:extLst>
                    <a:ext uri="{9D8B030D-6E8A-4147-A177-3AD203B41FA5}">
                      <a16:colId xmlns:a16="http://schemas.microsoft.com/office/drawing/2014/main" val="1993605679"/>
                    </a:ext>
                  </a:extLst>
                </a:gridCol>
              </a:tblGrid>
              <a:tr h="375356">
                <a:tc>
                  <a:txBody>
                    <a:bodyPr/>
                    <a:lstStyle/>
                    <a:p>
                      <a:r>
                        <a:rPr lang="en-US" sz="2400" b="1" dirty="0"/>
                        <a:t>C</a:t>
                      </a:r>
                      <a:r>
                        <a:rPr lang="es-CR" sz="2400" b="1" dirty="0"/>
                        <a:t>ódigo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2400" dirty="0"/>
                        <a:t>Significado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311973"/>
                  </a:ext>
                </a:extLst>
              </a:tr>
              <a:tr h="375356">
                <a:tc>
                  <a:txBody>
                    <a:bodyPr/>
                    <a:lstStyle/>
                    <a:p>
                      <a:r>
                        <a:rPr lang="en-US" sz="2400" dirty="0"/>
                        <a:t>\</a:t>
                      </a:r>
                      <a:r>
                        <a:rPr lang="es-CR" sz="2400" dirty="0"/>
                        <a:t>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2400" dirty="0"/>
                        <a:t>Nueva línea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635659"/>
                  </a:ext>
                </a:extLst>
              </a:tr>
              <a:tr h="375356">
                <a:tc>
                  <a:txBody>
                    <a:bodyPr/>
                    <a:lstStyle/>
                    <a:p>
                      <a:r>
                        <a:rPr lang="en-US" sz="2400" dirty="0"/>
                        <a:t>\t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Tabulaci</a:t>
                      </a:r>
                      <a:r>
                        <a:rPr lang="es-CR" sz="2400" dirty="0" err="1"/>
                        <a:t>ón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431887"/>
                  </a:ext>
                </a:extLst>
              </a:tr>
              <a:tr h="375356">
                <a:tc>
                  <a:txBody>
                    <a:bodyPr/>
                    <a:lstStyle/>
                    <a:p>
                      <a:r>
                        <a:rPr lang="en-US" sz="2400" dirty="0"/>
                        <a:t>\”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Comilla simple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29714"/>
                  </a:ext>
                </a:extLst>
              </a:tr>
              <a:tr h="375356">
                <a:tc>
                  <a:txBody>
                    <a:bodyPr/>
                    <a:lstStyle/>
                    <a:p>
                      <a:r>
                        <a:rPr lang="en-US" sz="2400" dirty="0"/>
                        <a:t>\’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Comilla doble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749489"/>
                  </a:ext>
                </a:extLst>
              </a:tr>
              <a:tr h="375356">
                <a:tc>
                  <a:txBody>
                    <a:bodyPr/>
                    <a:lstStyle/>
                    <a:p>
                      <a:r>
                        <a:rPr lang="en-US" sz="2400" dirty="0"/>
                        <a:t>\\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Barra </a:t>
                      </a:r>
                      <a:r>
                        <a:rPr lang="en-US" sz="2400" dirty="0" err="1"/>
                        <a:t>inclinada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inversa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477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522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17E8-EF35-FB7B-FD58-C47EEBE2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Actividad 4:</a:t>
            </a:r>
            <a:r>
              <a:rPr lang="es-ES" dirty="0"/>
              <a:t> </a:t>
            </a:r>
            <a:r>
              <a:rPr lang="en-US" dirty="0"/>
              <a:t>Registro de </a:t>
            </a:r>
            <a:r>
              <a:rPr lang="en-US" dirty="0" err="1"/>
              <a:t>Estudiantes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4FB23-DAA6-14D7-0050-88F3EA357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10058400" cy="4023359"/>
          </a:xfrm>
        </p:spPr>
        <p:txBody>
          <a:bodyPr>
            <a:normAutofit/>
          </a:bodyPr>
          <a:lstStyle/>
          <a:p>
            <a:r>
              <a:rPr lang="es-ES" dirty="0"/>
              <a:t>Desarrolle un programa en Python que permita almacenar y consultar información de estudiantes utilizando archivos de texto.</a:t>
            </a:r>
          </a:p>
          <a:p>
            <a:r>
              <a:rPr lang="es-ES" b="1" dirty="0"/>
              <a:t>Requisitos</a:t>
            </a:r>
          </a:p>
          <a:p>
            <a:r>
              <a:rPr lang="es-ES" dirty="0"/>
              <a:t>El programa debe permitir:</a:t>
            </a:r>
          </a:p>
          <a:p>
            <a:pPr marL="749808" lvl="1" indent="-457200">
              <a:buFont typeface="+mj-lt"/>
              <a:buAutoNum type="arabicPeriod"/>
            </a:pPr>
            <a:r>
              <a:rPr lang="es-ES" dirty="0"/>
              <a:t>Registrar estudiantes</a:t>
            </a:r>
          </a:p>
          <a:p>
            <a:pPr marL="749808" lvl="1" indent="-457200">
              <a:buFont typeface="+mj-lt"/>
              <a:buAutoNum type="arabicPeriod"/>
            </a:pPr>
            <a:r>
              <a:rPr lang="es-ES" dirty="0"/>
              <a:t>Solicitar: Nombre, Carné y Nota final</a:t>
            </a:r>
          </a:p>
          <a:p>
            <a:pPr marL="749808" lvl="1" indent="-457200">
              <a:buFont typeface="+mj-lt"/>
              <a:buAutoNum type="arabicPeriod"/>
            </a:pPr>
            <a:r>
              <a:rPr lang="es-ES" dirty="0"/>
              <a:t>Guardar la información en un archivo de texto.</a:t>
            </a:r>
          </a:p>
          <a:p>
            <a:pPr marL="749808" lvl="1" indent="-457200">
              <a:buFont typeface="+mj-lt"/>
              <a:buAutoNum type="arabicPeriod"/>
            </a:pPr>
            <a:r>
              <a:rPr lang="es-ES" dirty="0"/>
              <a:t>Contar cuántos estudiantes hay almacenados en el archivo.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0329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426</TotalTime>
  <Words>267</Words>
  <Application>Microsoft Office PowerPoint</Application>
  <PresentationFormat>Panorámica</PresentationFormat>
  <Paragraphs>63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Calibri</vt:lpstr>
      <vt:lpstr>Calibri Light</vt:lpstr>
      <vt:lpstr>Retrospect</vt:lpstr>
      <vt:lpstr>Manejo de archivos</vt:lpstr>
      <vt:lpstr>Archivo</vt:lpstr>
      <vt:lpstr>Características</vt:lpstr>
      <vt:lpstr>Archivos en Python</vt:lpstr>
      <vt:lpstr>Abrir y cerrar un archivo</vt:lpstr>
      <vt:lpstr>Leer un archivo</vt:lpstr>
      <vt:lpstr>Escribir un archivo</vt:lpstr>
      <vt:lpstr>Movimiento</vt:lpstr>
      <vt:lpstr>Caracteres especiales</vt:lpstr>
      <vt:lpstr>Actividad 4: Registro de Estudiantes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ALBERTO PEREZ MORERA</dc:creator>
  <cp:lastModifiedBy>DANIEL ALBERTO PEREZ MORERA</cp:lastModifiedBy>
  <cp:revision>1</cp:revision>
  <dcterms:created xsi:type="dcterms:W3CDTF">2026-04-05T22:36:33Z</dcterms:created>
  <dcterms:modified xsi:type="dcterms:W3CDTF">2026-05-07T01:00:57Z</dcterms:modified>
</cp:coreProperties>
</file>