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2"/>
  </p:notesMasterIdLst>
  <p:sldIdLst>
    <p:sldId id="256" r:id="rId2"/>
    <p:sldId id="269" r:id="rId3"/>
    <p:sldId id="277" r:id="rId4"/>
    <p:sldId id="278" r:id="rId5"/>
    <p:sldId id="279" r:id="rId6"/>
    <p:sldId id="280" r:id="rId7"/>
    <p:sldId id="281" r:id="rId8"/>
    <p:sldId id="282" r:id="rId9"/>
    <p:sldId id="283" r:id="rId10"/>
    <p:sldId id="27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E5BB87-6DBE-4E9C-954F-080199D5AC26}" v="15" dt="2026-05-06T22:12:15.74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9" autoAdjust="0"/>
    <p:restoredTop sz="94660"/>
  </p:normalViewPr>
  <p:slideViewPr>
    <p:cSldViewPr snapToGrid="0">
      <p:cViewPr varScale="1">
        <p:scale>
          <a:sx n="78" d="100"/>
          <a:sy n="78" d="100"/>
        </p:scale>
        <p:origin x="917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ALBERTO PEREZ MORERA" userId="b71f61fa-2a10-40af-a76c-06b5b43d475d" providerId="ADAL" clId="{CCE38196-6549-48A5-B8F0-4FE1DF2DB2E5}"/>
    <pc:docChg chg="undo redo custSel addSld delSld modSld sldOrd">
      <pc:chgData name="DANIEL ALBERTO PEREZ MORERA" userId="b71f61fa-2a10-40af-a76c-06b5b43d475d" providerId="ADAL" clId="{CCE38196-6549-48A5-B8F0-4FE1DF2DB2E5}" dt="2026-05-06T21:23:08.848" v="1382" actId="14100"/>
      <pc:docMkLst>
        <pc:docMk/>
      </pc:docMkLst>
      <pc:sldChg chg="modSp new mod">
        <pc:chgData name="DANIEL ALBERTO PEREZ MORERA" userId="b71f61fa-2a10-40af-a76c-06b5b43d475d" providerId="ADAL" clId="{CCE38196-6549-48A5-B8F0-4FE1DF2DB2E5}" dt="2026-05-06T20:48:23.067" v="1163"/>
        <pc:sldMkLst>
          <pc:docMk/>
          <pc:sldMk cId="1807559037" sldId="256"/>
        </pc:sldMkLst>
        <pc:spChg chg="mod">
          <ac:chgData name="DANIEL ALBERTO PEREZ MORERA" userId="b71f61fa-2a10-40af-a76c-06b5b43d475d" providerId="ADAL" clId="{CCE38196-6549-48A5-B8F0-4FE1DF2DB2E5}" dt="2026-05-06T20:48:23.067" v="1163"/>
          <ac:spMkLst>
            <pc:docMk/>
            <pc:sldMk cId="1807559037" sldId="256"/>
            <ac:spMk id="2" creationId="{1D8FDC1A-6045-17E2-6EDD-50C40FEC50CB}"/>
          </ac:spMkLst>
        </pc:spChg>
      </pc:sldChg>
      <pc:sldChg chg="addSp delSp modSp new mod setBg">
        <pc:chgData name="DANIEL ALBERTO PEREZ MORERA" userId="b71f61fa-2a10-40af-a76c-06b5b43d475d" providerId="ADAL" clId="{CCE38196-6549-48A5-B8F0-4FE1DF2DB2E5}" dt="2026-05-06T20:53:49.533" v="1233" actId="1076"/>
        <pc:sldMkLst>
          <pc:docMk/>
          <pc:sldMk cId="1885970478" sldId="269"/>
        </pc:sldMkLst>
        <pc:spChg chg="mod">
          <ac:chgData name="DANIEL ALBERTO PEREZ MORERA" userId="b71f61fa-2a10-40af-a76c-06b5b43d475d" providerId="ADAL" clId="{CCE38196-6549-48A5-B8F0-4FE1DF2DB2E5}" dt="2026-05-06T20:49:50.477" v="1165"/>
          <ac:spMkLst>
            <pc:docMk/>
            <pc:sldMk cId="1885970478" sldId="269"/>
            <ac:spMk id="2" creationId="{CFC98DB1-9D18-44EB-3FAD-115B8F760B2F}"/>
          </ac:spMkLst>
        </pc:spChg>
        <pc:spChg chg="mod">
          <ac:chgData name="DANIEL ALBERTO PEREZ MORERA" userId="b71f61fa-2a10-40af-a76c-06b5b43d475d" providerId="ADAL" clId="{CCE38196-6549-48A5-B8F0-4FE1DF2DB2E5}" dt="2026-05-06T20:53:49.533" v="1233" actId="1076"/>
          <ac:spMkLst>
            <pc:docMk/>
            <pc:sldMk cId="1885970478" sldId="269"/>
            <ac:spMk id="3" creationId="{E6227F29-732F-EF7E-CD5E-C4A84CF128FE}"/>
          </ac:spMkLst>
        </pc:spChg>
        <pc:spChg chg="add">
          <ac:chgData name="DANIEL ALBERTO PEREZ MORERA" userId="b71f61fa-2a10-40af-a76c-06b5b43d475d" providerId="ADAL" clId="{CCE38196-6549-48A5-B8F0-4FE1DF2DB2E5}" dt="2026-04-24T03:03:21.752" v="487" actId="26606"/>
          <ac:spMkLst>
            <pc:docMk/>
            <pc:sldMk cId="1885970478" sldId="269"/>
            <ac:spMk id="8" creationId="{3741B58E-3B65-4A01-A276-975AB2CF8A08}"/>
          </ac:spMkLst>
        </pc:spChg>
        <pc:spChg chg="add">
          <ac:chgData name="DANIEL ALBERTO PEREZ MORERA" userId="b71f61fa-2a10-40af-a76c-06b5b43d475d" providerId="ADAL" clId="{CCE38196-6549-48A5-B8F0-4FE1DF2DB2E5}" dt="2026-04-24T03:03:21.752" v="487" actId="26606"/>
          <ac:spMkLst>
            <pc:docMk/>
            <pc:sldMk cId="1885970478" sldId="269"/>
            <ac:spMk id="10" creationId="{7AAC67C3-831B-4AB1-A259-DFB839CAFAFC}"/>
          </ac:spMkLst>
        </pc:spChg>
        <pc:spChg chg="add">
          <ac:chgData name="DANIEL ALBERTO PEREZ MORERA" userId="b71f61fa-2a10-40af-a76c-06b5b43d475d" providerId="ADAL" clId="{CCE38196-6549-48A5-B8F0-4FE1DF2DB2E5}" dt="2026-04-24T03:03:21.752" v="487" actId="26606"/>
          <ac:spMkLst>
            <pc:docMk/>
            <pc:sldMk cId="1885970478" sldId="269"/>
            <ac:spMk id="12" creationId="{054B3F04-9EAC-45C0-B3CE-0387EEA10A0C}"/>
          </ac:spMkLst>
        </pc:spChg>
        <pc:picChg chg="add del mod">
          <ac:chgData name="DANIEL ALBERTO PEREZ MORERA" userId="b71f61fa-2a10-40af-a76c-06b5b43d475d" providerId="ADAL" clId="{CCE38196-6549-48A5-B8F0-4FE1DF2DB2E5}" dt="2026-05-06T20:53:04" v="1221" actId="478"/>
          <ac:picMkLst>
            <pc:docMk/>
            <pc:sldMk cId="1885970478" sldId="269"/>
            <ac:picMk id="5" creationId="{C3648D67-443F-2668-53E2-F45BB2D0A956}"/>
          </ac:picMkLst>
        </pc:picChg>
      </pc:sldChg>
      <pc:sldChg chg="addSp delSp modSp add del mod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1110555708" sldId="270"/>
        </pc:sldMkLst>
      </pc:sldChg>
      <pc:sldChg chg="addSp delSp modSp add del mod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2924634673" sldId="271"/>
        </pc:sldMkLst>
      </pc:sldChg>
      <pc:sldChg chg="modSp add del mod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1740098146" sldId="272"/>
        </pc:sldMkLst>
      </pc:sldChg>
      <pc:sldChg chg="modSp add del mod ord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2474678990" sldId="273"/>
        </pc:sldMkLst>
      </pc:sldChg>
      <pc:sldChg chg="add del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1211649159" sldId="274"/>
        </pc:sldMkLst>
      </pc:sldChg>
      <pc:sldChg chg="addSp delSp modSp add del mod">
        <pc:chgData name="DANIEL ALBERTO PEREZ MORERA" userId="b71f61fa-2a10-40af-a76c-06b5b43d475d" providerId="ADAL" clId="{CCE38196-6549-48A5-B8F0-4FE1DF2DB2E5}" dt="2026-05-06T21:16:19.563" v="1339" actId="47"/>
        <pc:sldMkLst>
          <pc:docMk/>
          <pc:sldMk cId="1773553698" sldId="275"/>
        </pc:sldMkLst>
      </pc:sldChg>
      <pc:sldChg chg="addSp delSp modSp new mod">
        <pc:chgData name="DANIEL ALBERTO PEREZ MORERA" userId="b71f61fa-2a10-40af-a76c-06b5b43d475d" providerId="ADAL" clId="{CCE38196-6549-48A5-B8F0-4FE1DF2DB2E5}" dt="2026-05-06T21:23:08.848" v="1382" actId="14100"/>
        <pc:sldMkLst>
          <pc:docMk/>
          <pc:sldMk cId="1100032990" sldId="276"/>
        </pc:sldMkLst>
        <pc:spChg chg="mod">
          <ac:chgData name="DANIEL ALBERTO PEREZ MORERA" userId="b71f61fa-2a10-40af-a76c-06b5b43d475d" providerId="ADAL" clId="{CCE38196-6549-48A5-B8F0-4FE1DF2DB2E5}" dt="2026-05-06T21:19:50.145" v="1342"/>
          <ac:spMkLst>
            <pc:docMk/>
            <pc:sldMk cId="1100032990" sldId="276"/>
            <ac:spMk id="2" creationId="{4BBE17E8-EF35-FB7B-FD58-C47EEBE23416}"/>
          </ac:spMkLst>
        </pc:spChg>
        <pc:spChg chg="mod">
          <ac:chgData name="DANIEL ALBERTO PEREZ MORERA" userId="b71f61fa-2a10-40af-a76c-06b5b43d475d" providerId="ADAL" clId="{CCE38196-6549-48A5-B8F0-4FE1DF2DB2E5}" dt="2026-05-06T21:23:08.848" v="1382" actId="14100"/>
          <ac:spMkLst>
            <pc:docMk/>
            <pc:sldMk cId="1100032990" sldId="276"/>
            <ac:spMk id="3" creationId="{8A74FB23-DAA6-14D7-0050-88F3EA357EC9}"/>
          </ac:spMkLst>
        </pc:spChg>
        <pc:spChg chg="del mod">
          <ac:chgData name="DANIEL ALBERTO PEREZ MORERA" userId="b71f61fa-2a10-40af-a76c-06b5b43d475d" providerId="ADAL" clId="{CCE38196-6549-48A5-B8F0-4FE1DF2DB2E5}" dt="2026-05-06T21:22:36.749" v="1379" actId="478"/>
          <ac:spMkLst>
            <pc:docMk/>
            <pc:sldMk cId="1100032990" sldId="276"/>
            <ac:spMk id="4" creationId="{09F7C62D-F815-5F1E-3D89-29B85657B257}"/>
          </ac:spMkLst>
        </pc:spChg>
        <pc:spChg chg="add del mod">
          <ac:chgData name="DANIEL ALBERTO PEREZ MORERA" userId="b71f61fa-2a10-40af-a76c-06b5b43d475d" providerId="ADAL" clId="{CCE38196-6549-48A5-B8F0-4FE1DF2DB2E5}" dt="2026-05-06T21:22:39.432" v="1380" actId="478"/>
          <ac:spMkLst>
            <pc:docMk/>
            <pc:sldMk cId="1100032990" sldId="276"/>
            <ac:spMk id="6" creationId="{E36DE739-B7DC-578D-56B2-D1528422A1B2}"/>
          </ac:spMkLst>
        </pc:spChg>
      </pc:sldChg>
      <pc:sldChg chg="addSp delSp modSp add mod">
        <pc:chgData name="DANIEL ALBERTO PEREZ MORERA" userId="b71f61fa-2a10-40af-a76c-06b5b43d475d" providerId="ADAL" clId="{CCE38196-6549-48A5-B8F0-4FE1DF2DB2E5}" dt="2026-05-06T20:58:46.164" v="1254" actId="20577"/>
        <pc:sldMkLst>
          <pc:docMk/>
          <pc:sldMk cId="3537006609" sldId="277"/>
        </pc:sldMkLst>
        <pc:spChg chg="mod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2" creationId="{35945713-5B84-A611-FBF4-6F34417F3A08}"/>
          </ac:spMkLst>
        </pc:spChg>
        <pc:spChg chg="mod">
          <ac:chgData name="DANIEL ALBERTO PEREZ MORERA" userId="b71f61fa-2a10-40af-a76c-06b5b43d475d" providerId="ADAL" clId="{CCE38196-6549-48A5-B8F0-4FE1DF2DB2E5}" dt="2026-05-06T20:58:46.164" v="1254" actId="20577"/>
          <ac:spMkLst>
            <pc:docMk/>
            <pc:sldMk cId="3537006609" sldId="277"/>
            <ac:spMk id="3" creationId="{BCF177CF-93D3-1D9C-3AE9-EDF7BC4F8ADE}"/>
          </ac:spMkLst>
        </pc:spChg>
        <pc:spChg chg="del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8" creationId="{DCCF5A00-94A4-53D9-4812-E52234F47298}"/>
          </ac:spMkLst>
        </pc:spChg>
        <pc:spChg chg="del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10" creationId="{64964705-9F2C-AEF3-7A71-9F24A80B17B1}"/>
          </ac:spMkLst>
        </pc:spChg>
        <pc:spChg chg="del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12" creationId="{1134D66B-2C67-0AAE-6A7E-8A903D6802C2}"/>
          </ac:spMkLst>
        </pc:spChg>
        <pc:spChg chg="add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17" creationId="{0AB6E427-3F73-4C06-A5D5-AE52C3883B50}"/>
          </ac:spMkLst>
        </pc:spChg>
        <pc:spChg chg="add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19" creationId="{D8C9BDAA-0390-4B39-9B5C-BC95E5120DA4}"/>
          </ac:spMkLst>
        </pc:spChg>
        <pc:spChg chg="add">
          <ac:chgData name="DANIEL ALBERTO PEREZ MORERA" userId="b71f61fa-2a10-40af-a76c-06b5b43d475d" providerId="ADAL" clId="{CCE38196-6549-48A5-B8F0-4FE1DF2DB2E5}" dt="2026-05-06T20:56:56.172" v="1240" actId="26606"/>
          <ac:spMkLst>
            <pc:docMk/>
            <pc:sldMk cId="3537006609" sldId="277"/>
            <ac:spMk id="21" creationId="{F9DB1FE5-9D46-433B-99D1-2F1B8DC79855}"/>
          </ac:spMkLst>
        </pc:spChg>
        <pc:picChg chg="add mod">
          <ac:chgData name="DANIEL ALBERTO PEREZ MORERA" userId="b71f61fa-2a10-40af-a76c-06b5b43d475d" providerId="ADAL" clId="{CCE38196-6549-48A5-B8F0-4FE1DF2DB2E5}" dt="2026-05-06T20:56:56.172" v="1240" actId="26606"/>
          <ac:picMkLst>
            <pc:docMk/>
            <pc:sldMk cId="3537006609" sldId="277"/>
            <ac:picMk id="5" creationId="{B3613B43-3E56-F49E-E792-D383C67A5452}"/>
          </ac:picMkLst>
        </pc:picChg>
      </pc:sldChg>
      <pc:sldChg chg="addSp delSp modSp add mod">
        <pc:chgData name="DANIEL ALBERTO PEREZ MORERA" userId="b71f61fa-2a10-40af-a76c-06b5b43d475d" providerId="ADAL" clId="{CCE38196-6549-48A5-B8F0-4FE1DF2DB2E5}" dt="2026-05-06T20:59:54.925" v="1258" actId="1076"/>
        <pc:sldMkLst>
          <pc:docMk/>
          <pc:sldMk cId="296176996" sldId="278"/>
        </pc:sldMkLst>
        <pc:spChg chg="mod">
          <ac:chgData name="DANIEL ALBERTO PEREZ MORERA" userId="b71f61fa-2a10-40af-a76c-06b5b43d475d" providerId="ADAL" clId="{CCE38196-6549-48A5-B8F0-4FE1DF2DB2E5}" dt="2026-05-06T20:57:59.178" v="1251"/>
          <ac:spMkLst>
            <pc:docMk/>
            <pc:sldMk cId="296176996" sldId="278"/>
            <ac:spMk id="2" creationId="{2F2BF212-23E8-5DBF-C149-DBE4683FB101}"/>
          </ac:spMkLst>
        </pc:spChg>
        <pc:spChg chg="mod">
          <ac:chgData name="DANIEL ALBERTO PEREZ MORERA" userId="b71f61fa-2a10-40af-a76c-06b5b43d475d" providerId="ADAL" clId="{CCE38196-6549-48A5-B8F0-4FE1DF2DB2E5}" dt="2026-05-06T20:58:39.885" v="1253" actId="20577"/>
          <ac:spMkLst>
            <pc:docMk/>
            <pc:sldMk cId="296176996" sldId="278"/>
            <ac:spMk id="3" creationId="{E73FADEB-277E-A448-7D51-39B70F794760}"/>
          </ac:spMkLst>
        </pc:spChg>
        <pc:picChg chg="del">
          <ac:chgData name="DANIEL ALBERTO PEREZ MORERA" userId="b71f61fa-2a10-40af-a76c-06b5b43d475d" providerId="ADAL" clId="{CCE38196-6549-48A5-B8F0-4FE1DF2DB2E5}" dt="2026-05-06T20:59:46.068" v="1255" actId="478"/>
          <ac:picMkLst>
            <pc:docMk/>
            <pc:sldMk cId="296176996" sldId="278"/>
            <ac:picMk id="5" creationId="{2581C7FE-F9B5-32AA-4A29-5F6616C87551}"/>
          </ac:picMkLst>
        </pc:picChg>
        <pc:picChg chg="add mod">
          <ac:chgData name="DANIEL ALBERTO PEREZ MORERA" userId="b71f61fa-2a10-40af-a76c-06b5b43d475d" providerId="ADAL" clId="{CCE38196-6549-48A5-B8F0-4FE1DF2DB2E5}" dt="2026-05-06T20:59:54.925" v="1258" actId="1076"/>
          <ac:picMkLst>
            <pc:docMk/>
            <pc:sldMk cId="296176996" sldId="278"/>
            <ac:picMk id="6" creationId="{DD52BA90-02D6-FEE6-3D00-115B2A31435E}"/>
          </ac:picMkLst>
        </pc:picChg>
      </pc:sldChg>
      <pc:sldChg chg="addSp delSp modSp add mod">
        <pc:chgData name="DANIEL ALBERTO PEREZ MORERA" userId="b71f61fa-2a10-40af-a76c-06b5b43d475d" providerId="ADAL" clId="{CCE38196-6549-48A5-B8F0-4FE1DF2DB2E5}" dt="2026-05-06T21:04:13.288" v="1270" actId="1076"/>
        <pc:sldMkLst>
          <pc:docMk/>
          <pc:sldMk cId="3595318667" sldId="279"/>
        </pc:sldMkLst>
        <pc:spChg chg="mod">
          <ac:chgData name="DANIEL ALBERTO PEREZ MORERA" userId="b71f61fa-2a10-40af-a76c-06b5b43d475d" providerId="ADAL" clId="{CCE38196-6549-48A5-B8F0-4FE1DF2DB2E5}" dt="2026-05-06T21:01:23.984" v="1262"/>
          <ac:spMkLst>
            <pc:docMk/>
            <pc:sldMk cId="3595318667" sldId="279"/>
            <ac:spMk id="2" creationId="{9400F76F-4F68-8AF9-999C-412985C76E18}"/>
          </ac:spMkLst>
        </pc:spChg>
        <pc:spChg chg="mod">
          <ac:chgData name="DANIEL ALBERTO PEREZ MORERA" userId="b71f61fa-2a10-40af-a76c-06b5b43d475d" providerId="ADAL" clId="{CCE38196-6549-48A5-B8F0-4FE1DF2DB2E5}" dt="2026-05-06T21:02:51.512" v="1265" actId="20577"/>
          <ac:spMkLst>
            <pc:docMk/>
            <pc:sldMk cId="3595318667" sldId="279"/>
            <ac:spMk id="3" creationId="{D5EC163C-61F8-F07A-78E5-01D92F96313C}"/>
          </ac:spMkLst>
        </pc:spChg>
        <pc:spChg chg="add del">
          <ac:chgData name="DANIEL ALBERTO PEREZ MORERA" userId="b71f61fa-2a10-40af-a76c-06b5b43d475d" providerId="ADAL" clId="{CCE38196-6549-48A5-B8F0-4FE1DF2DB2E5}" dt="2026-05-06T21:01:20.906" v="1261" actId="22"/>
          <ac:spMkLst>
            <pc:docMk/>
            <pc:sldMk cId="3595318667" sldId="279"/>
            <ac:spMk id="5" creationId="{DD41D212-ECDA-57E8-968C-90F3EDA63E05}"/>
          </ac:spMkLst>
        </pc:spChg>
        <pc:picChg chg="del">
          <ac:chgData name="DANIEL ALBERTO PEREZ MORERA" userId="b71f61fa-2a10-40af-a76c-06b5b43d475d" providerId="ADAL" clId="{CCE38196-6549-48A5-B8F0-4FE1DF2DB2E5}" dt="2026-05-06T21:04:02.097" v="1266" actId="478"/>
          <ac:picMkLst>
            <pc:docMk/>
            <pc:sldMk cId="3595318667" sldId="279"/>
            <ac:picMk id="6" creationId="{4A75DCD1-843C-17C5-7C3C-811C1A2A8B07}"/>
          </ac:picMkLst>
        </pc:picChg>
        <pc:picChg chg="add mod">
          <ac:chgData name="DANIEL ALBERTO PEREZ MORERA" userId="b71f61fa-2a10-40af-a76c-06b5b43d475d" providerId="ADAL" clId="{CCE38196-6549-48A5-B8F0-4FE1DF2DB2E5}" dt="2026-05-06T21:04:13.288" v="1270" actId="1076"/>
          <ac:picMkLst>
            <pc:docMk/>
            <pc:sldMk cId="3595318667" sldId="279"/>
            <ac:picMk id="8" creationId="{D1810C1A-A36C-059C-E8FC-A5423CFD5FC1}"/>
          </ac:picMkLst>
        </pc:picChg>
      </pc:sldChg>
      <pc:sldChg chg="modSp add mod ord">
        <pc:chgData name="DANIEL ALBERTO PEREZ MORERA" userId="b71f61fa-2a10-40af-a76c-06b5b43d475d" providerId="ADAL" clId="{CCE38196-6549-48A5-B8F0-4FE1DF2DB2E5}" dt="2026-05-06T21:07:28.065" v="1292" actId="20577"/>
        <pc:sldMkLst>
          <pc:docMk/>
          <pc:sldMk cId="966744946" sldId="280"/>
        </pc:sldMkLst>
        <pc:spChg chg="mod">
          <ac:chgData name="DANIEL ALBERTO PEREZ MORERA" userId="b71f61fa-2a10-40af-a76c-06b5b43d475d" providerId="ADAL" clId="{CCE38196-6549-48A5-B8F0-4FE1DF2DB2E5}" dt="2026-05-06T21:04:37.467" v="1274"/>
          <ac:spMkLst>
            <pc:docMk/>
            <pc:sldMk cId="966744946" sldId="280"/>
            <ac:spMk id="2" creationId="{9FBEBADC-188C-34DB-6A18-D5EE13CDD9AA}"/>
          </ac:spMkLst>
        </pc:spChg>
        <pc:spChg chg="mod">
          <ac:chgData name="DANIEL ALBERTO PEREZ MORERA" userId="b71f61fa-2a10-40af-a76c-06b5b43d475d" providerId="ADAL" clId="{CCE38196-6549-48A5-B8F0-4FE1DF2DB2E5}" dt="2026-05-06T21:07:28.065" v="1292" actId="20577"/>
          <ac:spMkLst>
            <pc:docMk/>
            <pc:sldMk cId="966744946" sldId="280"/>
            <ac:spMk id="3" creationId="{11034AFE-0D8A-BD0D-9EAF-B90E4DC0ACD2}"/>
          </ac:spMkLst>
        </pc:spChg>
      </pc:sldChg>
      <pc:sldChg chg="addSp delSp modSp add mod ord">
        <pc:chgData name="DANIEL ALBERTO PEREZ MORERA" userId="b71f61fa-2a10-40af-a76c-06b5b43d475d" providerId="ADAL" clId="{CCE38196-6549-48A5-B8F0-4FE1DF2DB2E5}" dt="2026-05-06T21:10:13.143" v="1305" actId="1076"/>
        <pc:sldMkLst>
          <pc:docMk/>
          <pc:sldMk cId="866859736" sldId="281"/>
        </pc:sldMkLst>
        <pc:spChg chg="mod">
          <ac:chgData name="DANIEL ALBERTO PEREZ MORERA" userId="b71f61fa-2a10-40af-a76c-06b5b43d475d" providerId="ADAL" clId="{CCE38196-6549-48A5-B8F0-4FE1DF2DB2E5}" dt="2026-05-06T21:09:06.733" v="1296"/>
          <ac:spMkLst>
            <pc:docMk/>
            <pc:sldMk cId="866859736" sldId="281"/>
            <ac:spMk id="2" creationId="{B3A08DE6-E84B-6B0C-1701-10F33DD11286}"/>
          </ac:spMkLst>
        </pc:spChg>
        <pc:spChg chg="mod">
          <ac:chgData name="DANIEL ALBERTO PEREZ MORERA" userId="b71f61fa-2a10-40af-a76c-06b5b43d475d" providerId="ADAL" clId="{CCE38196-6549-48A5-B8F0-4FE1DF2DB2E5}" dt="2026-05-06T21:09:22.079" v="1300" actId="20577"/>
          <ac:spMkLst>
            <pc:docMk/>
            <pc:sldMk cId="866859736" sldId="281"/>
            <ac:spMk id="3" creationId="{5C0C6609-2B2E-EC45-43E7-C686F06B9FD7}"/>
          </ac:spMkLst>
        </pc:spChg>
        <pc:picChg chg="add del">
          <ac:chgData name="DANIEL ALBERTO PEREZ MORERA" userId="b71f61fa-2a10-40af-a76c-06b5b43d475d" providerId="ADAL" clId="{CCE38196-6549-48A5-B8F0-4FE1DF2DB2E5}" dt="2026-05-06T21:10:07.671" v="1303" actId="478"/>
          <ac:picMkLst>
            <pc:docMk/>
            <pc:sldMk cId="866859736" sldId="281"/>
            <ac:picMk id="5" creationId="{AFB40139-997F-F2A9-7FE8-9BC99902EB51}"/>
          </ac:picMkLst>
        </pc:picChg>
        <pc:picChg chg="add mod">
          <ac:chgData name="DANIEL ALBERTO PEREZ MORERA" userId="b71f61fa-2a10-40af-a76c-06b5b43d475d" providerId="ADAL" clId="{CCE38196-6549-48A5-B8F0-4FE1DF2DB2E5}" dt="2026-05-06T21:10:13.143" v="1305" actId="1076"/>
          <ac:picMkLst>
            <pc:docMk/>
            <pc:sldMk cId="866859736" sldId="281"/>
            <ac:picMk id="7" creationId="{8B6C317C-160E-683E-DA58-24C40875C4C7}"/>
          </ac:picMkLst>
        </pc:picChg>
        <pc:picChg chg="del">
          <ac:chgData name="DANIEL ALBERTO PEREZ MORERA" userId="b71f61fa-2a10-40af-a76c-06b5b43d475d" providerId="ADAL" clId="{CCE38196-6549-48A5-B8F0-4FE1DF2DB2E5}" dt="2026-05-06T21:09:59.212" v="1301" actId="478"/>
          <ac:picMkLst>
            <pc:docMk/>
            <pc:sldMk cId="866859736" sldId="281"/>
            <ac:picMk id="8" creationId="{743974ED-700A-78E2-A571-3904B62B8FAE}"/>
          </ac:picMkLst>
        </pc:picChg>
      </pc:sldChg>
      <pc:sldChg chg="addSp delSp modSp add mod">
        <pc:chgData name="DANIEL ALBERTO PEREZ MORERA" userId="b71f61fa-2a10-40af-a76c-06b5b43d475d" providerId="ADAL" clId="{CCE38196-6549-48A5-B8F0-4FE1DF2DB2E5}" dt="2026-05-06T21:14:32.921" v="1327" actId="1076"/>
        <pc:sldMkLst>
          <pc:docMk/>
          <pc:sldMk cId="4209304406" sldId="282"/>
        </pc:sldMkLst>
        <pc:spChg chg="mod">
          <ac:chgData name="DANIEL ALBERTO PEREZ MORERA" userId="b71f61fa-2a10-40af-a76c-06b5b43d475d" providerId="ADAL" clId="{CCE38196-6549-48A5-B8F0-4FE1DF2DB2E5}" dt="2026-05-06T21:11:17.724" v="1307"/>
          <ac:spMkLst>
            <pc:docMk/>
            <pc:sldMk cId="4209304406" sldId="282"/>
            <ac:spMk id="2" creationId="{B6FAAE7E-FA26-1F74-127B-63508CE7E093}"/>
          </ac:spMkLst>
        </pc:spChg>
        <pc:spChg chg="mod">
          <ac:chgData name="DANIEL ALBERTO PEREZ MORERA" userId="b71f61fa-2a10-40af-a76c-06b5b43d475d" providerId="ADAL" clId="{CCE38196-6549-48A5-B8F0-4FE1DF2DB2E5}" dt="2026-05-06T21:13:32.556" v="1322" actId="20577"/>
          <ac:spMkLst>
            <pc:docMk/>
            <pc:sldMk cId="4209304406" sldId="282"/>
            <ac:spMk id="3" creationId="{1A3EDA95-6CF6-7867-D2E4-CD15E1172E07}"/>
          </ac:spMkLst>
        </pc:spChg>
        <pc:picChg chg="add mod">
          <ac:chgData name="DANIEL ALBERTO PEREZ MORERA" userId="b71f61fa-2a10-40af-a76c-06b5b43d475d" providerId="ADAL" clId="{CCE38196-6549-48A5-B8F0-4FE1DF2DB2E5}" dt="2026-05-06T21:14:32.921" v="1327" actId="1076"/>
          <ac:picMkLst>
            <pc:docMk/>
            <pc:sldMk cId="4209304406" sldId="282"/>
            <ac:picMk id="5" creationId="{55DE9A35-63B6-520D-8990-53E0CBA8F01B}"/>
          </ac:picMkLst>
        </pc:picChg>
        <pc:picChg chg="del">
          <ac:chgData name="DANIEL ALBERTO PEREZ MORERA" userId="b71f61fa-2a10-40af-a76c-06b5b43d475d" providerId="ADAL" clId="{CCE38196-6549-48A5-B8F0-4FE1DF2DB2E5}" dt="2026-05-06T21:14:25.158" v="1323" actId="478"/>
          <ac:picMkLst>
            <pc:docMk/>
            <pc:sldMk cId="4209304406" sldId="282"/>
            <ac:picMk id="7" creationId="{DC7B2614-9428-66EA-2D68-98A94AA39182}"/>
          </ac:picMkLst>
        </pc:picChg>
      </pc:sldChg>
      <pc:sldChg chg="addSp delSp modSp add mod">
        <pc:chgData name="DANIEL ALBERTO PEREZ MORERA" userId="b71f61fa-2a10-40af-a76c-06b5b43d475d" providerId="ADAL" clId="{CCE38196-6549-48A5-B8F0-4FE1DF2DB2E5}" dt="2026-05-06T21:16:11.950" v="1338" actId="1076"/>
        <pc:sldMkLst>
          <pc:docMk/>
          <pc:sldMk cId="819245608" sldId="283"/>
        </pc:sldMkLst>
        <pc:spChg chg="mod">
          <ac:chgData name="DANIEL ALBERTO PEREZ MORERA" userId="b71f61fa-2a10-40af-a76c-06b5b43d475d" providerId="ADAL" clId="{CCE38196-6549-48A5-B8F0-4FE1DF2DB2E5}" dt="2026-05-06T21:15:13.725" v="1329"/>
          <ac:spMkLst>
            <pc:docMk/>
            <pc:sldMk cId="819245608" sldId="283"/>
            <ac:spMk id="2" creationId="{E355FBA7-7196-B941-A5F9-2C65CB91521C}"/>
          </ac:spMkLst>
        </pc:spChg>
        <pc:spChg chg="mod">
          <ac:chgData name="DANIEL ALBERTO PEREZ MORERA" userId="b71f61fa-2a10-40af-a76c-06b5b43d475d" providerId="ADAL" clId="{CCE38196-6549-48A5-B8F0-4FE1DF2DB2E5}" dt="2026-05-06T21:15:40.282" v="1333" actId="6549"/>
          <ac:spMkLst>
            <pc:docMk/>
            <pc:sldMk cId="819245608" sldId="283"/>
            <ac:spMk id="3" creationId="{52E6333C-A51E-2389-1F2A-2C229A42B392}"/>
          </ac:spMkLst>
        </pc:spChg>
        <pc:picChg chg="del">
          <ac:chgData name="DANIEL ALBERTO PEREZ MORERA" userId="b71f61fa-2a10-40af-a76c-06b5b43d475d" providerId="ADAL" clId="{CCE38196-6549-48A5-B8F0-4FE1DF2DB2E5}" dt="2026-05-06T21:16:05.518" v="1336" actId="478"/>
          <ac:picMkLst>
            <pc:docMk/>
            <pc:sldMk cId="819245608" sldId="283"/>
            <ac:picMk id="5" creationId="{081FFD94-495B-0064-D6BA-E46397CD0428}"/>
          </ac:picMkLst>
        </pc:picChg>
        <pc:picChg chg="add mod">
          <ac:chgData name="DANIEL ALBERTO PEREZ MORERA" userId="b71f61fa-2a10-40af-a76c-06b5b43d475d" providerId="ADAL" clId="{CCE38196-6549-48A5-B8F0-4FE1DF2DB2E5}" dt="2026-05-06T21:16:11.950" v="1338" actId="1076"/>
          <ac:picMkLst>
            <pc:docMk/>
            <pc:sldMk cId="819245608" sldId="283"/>
            <ac:picMk id="6" creationId="{FA1CB6FD-7C86-9667-6009-772EB400977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73BB4-624C-4056-8D37-621F995BF4BB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439530-64A9-4925-8D5E-E0CCBAA792EC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6638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0261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4709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28807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2408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5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4295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9351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3532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7414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551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737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9564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1ECB181-E4EF-43AF-A2BE-59DB96048CA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0E48644-95AD-462F-A552-547B008B9549}" type="slidenum">
              <a:rPr lang="en-US" smtClean="0"/>
              <a:t>‹Nº›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7936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FDC1A-6045-17E2-6EDD-50C40FEC50C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just"/>
            <a:r>
              <a:rPr lang="en-US" dirty="0" err="1"/>
              <a:t>Estructuras</a:t>
            </a:r>
            <a:r>
              <a:rPr lang="en-US" dirty="0"/>
              <a:t> de control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9D2767-C243-3E7C-4D5B-39E139A139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R" dirty="0"/>
              <a:t>Bach. Daniel Pérez Morera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7559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C98DB1-9D18-44EB-3FAD-115B8F760B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s-ES" sz="3600" b="1" dirty="0">
                <a:solidFill>
                  <a:srgbClr val="FFFFFF"/>
                </a:solidFill>
              </a:rPr>
              <a:t>Estructuras de selección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227F29-732F-EF7E-CD5E-C4A84CF128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8365" y="1820249"/>
            <a:ext cx="6413663" cy="3217502"/>
          </a:xfrm>
        </p:spPr>
        <p:txBody>
          <a:bodyPr anchor="ctr">
            <a:normAutofit lnSpcReduction="10000"/>
          </a:bodyPr>
          <a:lstStyle/>
          <a:p>
            <a:r>
              <a:rPr lang="es-ES" dirty="0"/>
              <a:t>La </a:t>
            </a:r>
            <a:r>
              <a:rPr lang="es-ES" b="1" dirty="0"/>
              <a:t>selección o bifurcación</a:t>
            </a:r>
            <a:r>
              <a:rPr lang="es-ES" dirty="0"/>
              <a:t> nos permite tener segmentos de código que podrán o no ser ejecutados dependiendo de una   condición booleana que establezcamos.</a:t>
            </a:r>
          </a:p>
          <a:p>
            <a:r>
              <a:rPr lang="es-ES" dirty="0"/>
              <a:t>Muchas de nuestras conductas como personas funcionan de esta forma. Por ejemplo</a:t>
            </a:r>
            <a:r>
              <a:rPr lang="en-US" dirty="0"/>
              <a:t>:</a:t>
            </a:r>
          </a:p>
          <a:p>
            <a:pPr lvl="1"/>
            <a:r>
              <a:rPr lang="es-ES" b="1" dirty="0"/>
              <a:t>Si</a:t>
            </a:r>
            <a:r>
              <a:rPr lang="es-ES" dirty="0"/>
              <a:t> estamos afuera y empieza a llover, </a:t>
            </a:r>
            <a:r>
              <a:rPr lang="es-ES" b="1" dirty="0"/>
              <a:t>entonces </a:t>
            </a:r>
            <a:r>
              <a:rPr lang="es-ES" dirty="0"/>
              <a:t>buscamos algo con qué tapar la lluvia. </a:t>
            </a:r>
          </a:p>
          <a:p>
            <a:pPr lvl="1"/>
            <a:r>
              <a:rPr lang="es-ES" b="1" dirty="0"/>
              <a:t>Si</a:t>
            </a:r>
            <a:r>
              <a:rPr lang="es-ES" dirty="0"/>
              <a:t> tenemos hambre, </a:t>
            </a:r>
            <a:r>
              <a:rPr lang="es-ES" b="1" dirty="0"/>
              <a:t>entonces</a:t>
            </a:r>
            <a:r>
              <a:rPr lang="es-ES" dirty="0"/>
              <a:t> empezamos a pensar en buscar comida. </a:t>
            </a:r>
          </a:p>
          <a:p>
            <a:r>
              <a:rPr lang="es-ES" dirty="0"/>
              <a:t>Python tiene dos estructuras de selección: </a:t>
            </a:r>
            <a:r>
              <a:rPr lang="es-ES" b="1" dirty="0" err="1"/>
              <a:t>if</a:t>
            </a:r>
            <a:r>
              <a:rPr lang="es-ES" dirty="0"/>
              <a:t>, y el </a:t>
            </a:r>
            <a:r>
              <a:rPr lang="es-ES" b="1" dirty="0" err="1"/>
              <a:t>if-else</a:t>
            </a:r>
            <a:r>
              <a:rPr lang="es-ES" dirty="0"/>
              <a:t>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85970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5B7E-443B-3557-C726-AA015B281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AB6E427-3F73-4C06-A5D5-AE52C3883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8C9BDAA-0390-4B39-9B5C-BC95E5120D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45713-5B84-A611-FBF4-6F34417F3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s-ES" sz="3600" b="1">
                <a:solidFill>
                  <a:srgbClr val="FFFFFF"/>
                </a:solidFill>
              </a:rPr>
              <a:t>If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F177CF-93D3-1D9C-3AE9-EDF7BC4F8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 una estructura de control que, bajo una cierta condición, ejecuta el bloque que le pertenece. Tiene la siguiente sintaxis: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9DB1FE5-9D46-433B-99D1-2F1B8DC798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B3613B43-3E56-F49E-E792-D383C67A54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017" y="1814455"/>
            <a:ext cx="6798082" cy="322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70066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D8C457-F06E-7DEB-558C-F368B12A2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4994947E-A418-891F-19A2-34BE5587B8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3CBF34-088C-1129-4924-A500877A43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2BF212-23E8-5DBF-C149-DBE4683FB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If-Else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FADEB-277E-A448-7D51-39B70F794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 similar al </a:t>
            </a:r>
            <a:r>
              <a:rPr lang="es-ES" dirty="0" err="1">
                <a:solidFill>
                  <a:srgbClr val="FFFFFF"/>
                </a:solidFill>
              </a:rPr>
              <a:t>if</a:t>
            </a:r>
            <a:r>
              <a:rPr lang="es-ES" dirty="0">
                <a:solidFill>
                  <a:srgbClr val="FFFFFF"/>
                </a:solidFill>
              </a:rPr>
              <a:t>. Nada más que ahora tenemos código para cuando la condición es verdadera (el </a:t>
            </a:r>
            <a:r>
              <a:rPr lang="es-ES" dirty="0" err="1">
                <a:solidFill>
                  <a:srgbClr val="FFFFFF"/>
                </a:solidFill>
              </a:rPr>
              <a:t>if</a:t>
            </a:r>
            <a:r>
              <a:rPr lang="es-ES" dirty="0">
                <a:solidFill>
                  <a:srgbClr val="FFFFFF"/>
                </a:solidFill>
              </a:rPr>
              <a:t>), y otro código cuando la condición es falsa (el </a:t>
            </a:r>
            <a:r>
              <a:rPr lang="es-ES" dirty="0" err="1">
                <a:solidFill>
                  <a:srgbClr val="FFFFFF"/>
                </a:solidFill>
              </a:rPr>
              <a:t>else</a:t>
            </a:r>
            <a:r>
              <a:rPr lang="es-ES" dirty="0">
                <a:solidFill>
                  <a:srgbClr val="FFFFFF"/>
                </a:solidFill>
              </a:rPr>
              <a:t>).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A292C-E164-220A-8939-B4D04823E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D52BA90-02D6-FEE6-3D00-115B2A3143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97" y="1447800"/>
            <a:ext cx="60960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176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D8406F-8B8A-B8C8-5ED1-79C2D5214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B8981A4F-FCAC-9AC0-C1B3-83B642D16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CDF96E-D833-8450-600F-1C1268864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400F76F-4F68-8AF9-999C-412985C76E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Elif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EC163C-61F8-F07A-78E5-01D92F963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Significa “</a:t>
            </a:r>
            <a:r>
              <a:rPr lang="es-ES" dirty="0" err="1">
                <a:solidFill>
                  <a:srgbClr val="FFFFFF"/>
                </a:solidFill>
              </a:rPr>
              <a:t>else</a:t>
            </a:r>
            <a:r>
              <a:rPr lang="es-ES" dirty="0">
                <a:solidFill>
                  <a:srgbClr val="FFFFFF"/>
                </a:solidFill>
              </a:rPr>
              <a:t> </a:t>
            </a:r>
            <a:r>
              <a:rPr lang="es-ES" dirty="0" err="1">
                <a:solidFill>
                  <a:srgbClr val="FFFFFF"/>
                </a:solidFill>
              </a:rPr>
              <a:t>if</a:t>
            </a:r>
            <a:r>
              <a:rPr lang="es-ES" dirty="0">
                <a:solidFill>
                  <a:srgbClr val="FFFFFF"/>
                </a:solidFill>
              </a:rPr>
              <a:t>” y se usa para evaluar múltiples condiciones en una misma estructura.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ABED5DB-415C-2842-0056-F623374E4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D1810C1A-A36C-059C-E8FC-A5423CFD5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709" y="1320061"/>
            <a:ext cx="5112578" cy="4217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53186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8D8F90-21A7-E50D-9BFC-DB988652E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51D855C-6529-2522-D7EC-36962B79B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566281-6CE7-5C34-D3E6-BABD1F5738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BEBADC-188C-34DB-6A18-D5EE13CDD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s-ES" sz="3600" b="1" dirty="0">
                <a:solidFill>
                  <a:srgbClr val="FFFFFF"/>
                </a:solidFill>
              </a:rPr>
              <a:t>Estructuras de repetición</a:t>
            </a:r>
            <a:endParaRPr lang="en-US" sz="3600" b="1" dirty="0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1B6F0B-13BB-D325-184D-3A72F96C1E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34AFE-0D8A-BD0D-9EAF-B90E4DC0AC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8365" y="1820249"/>
            <a:ext cx="6413663" cy="3217502"/>
          </a:xfrm>
        </p:spPr>
        <p:txBody>
          <a:bodyPr anchor="ctr">
            <a:normAutofit/>
          </a:bodyPr>
          <a:lstStyle/>
          <a:p>
            <a:r>
              <a:rPr lang="es-ES" dirty="0"/>
              <a:t>Las estructuras de </a:t>
            </a:r>
            <a:r>
              <a:rPr lang="es-ES" b="1" dirty="0"/>
              <a:t>repetición o iteración</a:t>
            </a:r>
            <a:r>
              <a:rPr lang="es-ES" dirty="0"/>
              <a:t> nos permiten repetir un bloque de instrucciones una cantidad n de veces. Existen dos estructuras de repetición: </a:t>
            </a:r>
            <a:r>
              <a:rPr lang="es-ES" b="1" dirty="0" err="1"/>
              <a:t>while</a:t>
            </a:r>
            <a:r>
              <a:rPr lang="es-ES" dirty="0"/>
              <a:t> y </a:t>
            </a:r>
            <a:r>
              <a:rPr lang="es-ES" b="1" dirty="0" err="1"/>
              <a:t>for</a:t>
            </a:r>
            <a:r>
              <a:rPr lang="es-ES" dirty="0"/>
              <a:t>. Ambas son distintas y estudiaremos ambas con cuidado.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9667449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6A720C-A757-D82E-3E6C-DCBDCC387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12F42B0-A6A4-A669-77B3-FCEDE3C9E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4225D45-2A82-8F7F-0394-3AADA6C03B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08DE6-E84B-6B0C-1701-10F33DD112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While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C6609-2B2E-EC45-43E7-C686F06B9F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Este nos permite repetir un bloque de instrucciones mientras la condición sea verdadera: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C260C01-CA89-A746-BBD2-17EBC7857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B6C317C-160E-683E-DA58-24C40875C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197" y="1981200"/>
            <a:ext cx="6096000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859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485E3E-4152-1AD8-B425-FFE4F64B3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5DACA752-C55F-EE67-3ED8-D6E26CB8E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E541527-E3D2-9F59-2857-1EDA07B30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FAAE7E-FA26-1F74-127B-63508CE7E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3EDA95-6CF6-7867-D2E4-CD15E117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 una estructura de control que permite repetir un bloque de instrucciones un número determinado de veces o iterar sobre un conjunto de elementos.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9533CFD-FFFF-3D99-4877-7F757C4CE4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5DE9A35-63B6-520D-8990-53E0CBA8F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5158" y="2239757"/>
            <a:ext cx="6120078" cy="237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93044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B2C497-3F64-91C9-9AEA-2AEA9E5967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7BE55AF3-2842-EDAE-E378-057034C90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416213D-A0D7-5F23-7126-52F188934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55FBA7-7196-B941-A5F9-2C65CB915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516835"/>
            <a:ext cx="3084844" cy="2103875"/>
          </a:xfrm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rgbClr val="FFFFFF"/>
                </a:solidFill>
              </a:rPr>
              <a:t>Break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6333C-A51E-2389-1F2A-2C229A42B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371" y="2653800"/>
            <a:ext cx="3084844" cy="3335519"/>
          </a:xfrm>
        </p:spPr>
        <p:txBody>
          <a:bodyPr>
            <a:normAutofit/>
          </a:bodyPr>
          <a:lstStyle/>
          <a:p>
            <a:r>
              <a:rPr lang="es-ES" dirty="0">
                <a:solidFill>
                  <a:srgbClr val="FFFFFF"/>
                </a:solidFill>
              </a:rPr>
              <a:t>Es una instrucción que permite terminar con un </a:t>
            </a:r>
            <a:r>
              <a:rPr lang="es-ES" dirty="0" err="1">
                <a:solidFill>
                  <a:srgbClr val="FFFFFF"/>
                </a:solidFill>
              </a:rPr>
              <a:t>for</a:t>
            </a:r>
            <a:r>
              <a:rPr lang="es-ES" dirty="0">
                <a:solidFill>
                  <a:srgbClr val="FFFFFF"/>
                </a:solidFill>
              </a:rPr>
              <a:t> o un </a:t>
            </a:r>
            <a:r>
              <a:rPr lang="es-ES" dirty="0" err="1">
                <a:solidFill>
                  <a:srgbClr val="FFFFFF"/>
                </a:solidFill>
              </a:rPr>
              <a:t>while</a:t>
            </a:r>
            <a:r>
              <a:rPr lang="es-ES" dirty="0">
                <a:solidFill>
                  <a:srgbClr val="FFFFFF"/>
                </a:solidFill>
              </a:rPr>
              <a:t>, sin importar la condición. La utilidad es que puede servir para crear condiciones adicionales.</a:t>
            </a:r>
            <a:endParaRPr lang="es-MX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D29DFF4-F21E-62B3-0659-ACEFAB2AD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rgbClr val="FE5C5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FA1CB6FD-7C86-9667-6009-772EB4009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289" y="2170932"/>
            <a:ext cx="6474268" cy="251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245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E17E8-EF35-FB7B-FD58-C47EEBE23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dirty="0"/>
              <a:t>Actividad 3:</a:t>
            </a:r>
            <a:r>
              <a:rPr lang="es-ES" dirty="0"/>
              <a:t> </a:t>
            </a:r>
            <a:r>
              <a:rPr lang="en-US" dirty="0"/>
              <a:t>Cajero Automático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74FB23-DAA6-14D7-0050-88F3EA357E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10058400" cy="4023359"/>
          </a:xfrm>
        </p:spPr>
        <p:txBody>
          <a:bodyPr>
            <a:normAutofit/>
          </a:bodyPr>
          <a:lstStyle/>
          <a:p>
            <a:r>
              <a:rPr lang="es-ES" dirty="0"/>
              <a:t>Desarrolle un programa que simule el funcionamiento básico de un cajero automático</a:t>
            </a:r>
            <a:r>
              <a:rPr lang="en-US" dirty="0"/>
              <a:t>.</a:t>
            </a:r>
          </a:p>
          <a:p>
            <a:pPr lvl="1"/>
            <a:r>
              <a:rPr lang="es-ES" dirty="0"/>
              <a:t>El sistema debe permitir al usuario realizar distintas operaciones sobre una cuenta con un saldo inicial definido.</a:t>
            </a:r>
          </a:p>
          <a:p>
            <a:pPr lvl="1"/>
            <a:r>
              <a:rPr lang="es-ES" dirty="0"/>
              <a:t>El programa debe mostrar un menú de opciones de forma repetitiva hasta que el usuario decida salir.</a:t>
            </a:r>
          </a:p>
          <a:p>
            <a:pPr lvl="1"/>
            <a:r>
              <a:rPr lang="es-ES" dirty="0"/>
              <a:t>Las opciones disponibles son: Consultar saldo, Depositar dinero, Retirar dinero y Salir.</a:t>
            </a:r>
          </a:p>
          <a:p>
            <a:pPr lvl="1"/>
            <a:r>
              <a:rPr lang="es-ES" dirty="0"/>
              <a:t>El usuario deberá seleccionar una opción e ingresar los datos necesarios según el caso.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0032990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9CC26709-368C-4D72-9060-94E5B3FF3CD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372</TotalTime>
  <Words>365</Words>
  <Application>Microsoft Office PowerPoint</Application>
  <PresentationFormat>Panorámica</PresentationFormat>
  <Paragraphs>28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Aptos</vt:lpstr>
      <vt:lpstr>Calibri</vt:lpstr>
      <vt:lpstr>Calibri Light</vt:lpstr>
      <vt:lpstr>Retrospect</vt:lpstr>
      <vt:lpstr>Estructuras de control</vt:lpstr>
      <vt:lpstr>Estructuras de selección</vt:lpstr>
      <vt:lpstr>If</vt:lpstr>
      <vt:lpstr>If-Else</vt:lpstr>
      <vt:lpstr>Elif</vt:lpstr>
      <vt:lpstr>Estructuras de repetición</vt:lpstr>
      <vt:lpstr>While</vt:lpstr>
      <vt:lpstr>For</vt:lpstr>
      <vt:lpstr>Break</vt:lpstr>
      <vt:lpstr>Actividad 3: Cajero Automático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ALBERTO PEREZ MORERA</dc:creator>
  <cp:lastModifiedBy>DANIEL ALBERTO PEREZ MORERA</cp:lastModifiedBy>
  <cp:revision>1</cp:revision>
  <dcterms:created xsi:type="dcterms:W3CDTF">2026-04-05T22:36:33Z</dcterms:created>
  <dcterms:modified xsi:type="dcterms:W3CDTF">2026-05-06T22:12:19Z</dcterms:modified>
</cp:coreProperties>
</file>