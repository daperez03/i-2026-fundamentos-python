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69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5-23T16:43:33.573" v="1388" actId="27636"/>
      <pc:docMkLst>
        <pc:docMk/>
      </pc:docMkLst>
      <pc:sldChg chg="modSp new mod">
        <pc:chgData name="DANIEL ALBERTO PEREZ MORERA" userId="b71f61fa-2a10-40af-a76c-06b5b43d475d" providerId="ADAL" clId="{CCE38196-6549-48A5-B8F0-4FE1DF2DB2E5}" dt="2026-05-06T20:48:23.067" v="1163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5-06T20:48:23.067" v="1163"/>
          <ac:spMkLst>
            <pc:docMk/>
            <pc:sldMk cId="1807559037" sldId="256"/>
            <ac:spMk id="2" creationId="{1D8FDC1A-6045-17E2-6EDD-50C40FEC50CB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5-06T20:53:49.533" v="1233" actId="1076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5-06T20:49:50.477" v="1165"/>
          <ac:spMkLst>
            <pc:docMk/>
            <pc:sldMk cId="1885970478" sldId="269"/>
            <ac:spMk id="2" creationId="{CFC98DB1-9D18-44EB-3FAD-115B8F760B2F}"/>
          </ac:spMkLst>
        </pc:spChg>
        <pc:spChg chg="mod">
          <ac:chgData name="DANIEL ALBERTO PEREZ MORERA" userId="b71f61fa-2a10-40af-a76c-06b5b43d475d" providerId="ADAL" clId="{CCE38196-6549-48A5-B8F0-4FE1DF2DB2E5}" dt="2026-05-06T20:53:49.533" v="1233" actId="1076"/>
          <ac:spMkLst>
            <pc:docMk/>
            <pc:sldMk cId="1885970478" sldId="269"/>
            <ac:spMk id="3" creationId="{E6227F29-732F-EF7E-CD5E-C4A84CF128FE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8" creationId="{3741B58E-3B65-4A01-A276-975AB2CF8A08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10" creationId="{7AAC67C3-831B-4AB1-A259-DFB839CAFAFC}"/>
          </ac:spMkLst>
        </pc:spChg>
        <pc:spChg chg="add">
          <ac:chgData name="DANIEL ALBERTO PEREZ MORERA" userId="b71f61fa-2a10-40af-a76c-06b5b43d475d" providerId="ADAL" clId="{CCE38196-6549-48A5-B8F0-4FE1DF2DB2E5}" dt="2026-04-24T03:03:21.752" v="487" actId="26606"/>
          <ac:spMkLst>
            <pc:docMk/>
            <pc:sldMk cId="1885970478" sldId="269"/>
            <ac:spMk id="12" creationId="{054B3F04-9EAC-45C0-B3CE-0387EEA10A0C}"/>
          </ac:spMkLst>
        </pc:spChg>
      </pc:sldChg>
      <pc:sldChg chg="addSp delSp modSp new mod">
        <pc:chgData name="DANIEL ALBERTO PEREZ MORERA" userId="b71f61fa-2a10-40af-a76c-06b5b43d475d" providerId="ADAL" clId="{CCE38196-6549-48A5-B8F0-4FE1DF2DB2E5}" dt="2026-05-23T16:43:33.573" v="1388" actId="27636"/>
        <pc:sldMkLst>
          <pc:docMk/>
          <pc:sldMk cId="1100032990" sldId="276"/>
        </pc:sldMkLst>
        <pc:spChg chg="mod">
          <ac:chgData name="DANIEL ALBERTO PEREZ MORERA" userId="b71f61fa-2a10-40af-a76c-06b5b43d475d" providerId="ADAL" clId="{CCE38196-6549-48A5-B8F0-4FE1DF2DB2E5}" dt="2026-05-06T21:19:50.145" v="1342"/>
          <ac:spMkLst>
            <pc:docMk/>
            <pc:sldMk cId="1100032990" sldId="276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5-23T16:43:33.573" v="1388" actId="27636"/>
          <ac:spMkLst>
            <pc:docMk/>
            <pc:sldMk cId="1100032990" sldId="276"/>
            <ac:spMk id="3" creationId="{8A74FB23-DAA6-14D7-0050-88F3EA357EC9}"/>
          </ac:spMkLst>
        </pc:spChg>
      </pc:sldChg>
      <pc:sldChg chg="addSp delSp modSp add mod">
        <pc:chgData name="DANIEL ALBERTO PEREZ MORERA" userId="b71f61fa-2a10-40af-a76c-06b5b43d475d" providerId="ADAL" clId="{CCE38196-6549-48A5-B8F0-4FE1DF2DB2E5}" dt="2026-05-06T20:58:46.164" v="1254" actId="20577"/>
        <pc:sldMkLst>
          <pc:docMk/>
          <pc:sldMk cId="3537006609" sldId="277"/>
        </pc:sldMkLst>
        <pc:spChg chg="mo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" creationId="{35945713-5B84-A611-FBF4-6F34417F3A08}"/>
          </ac:spMkLst>
        </pc:spChg>
        <pc:spChg chg="mod">
          <ac:chgData name="DANIEL ALBERTO PEREZ MORERA" userId="b71f61fa-2a10-40af-a76c-06b5b43d475d" providerId="ADAL" clId="{CCE38196-6549-48A5-B8F0-4FE1DF2DB2E5}" dt="2026-05-06T20:58:46.164" v="1254" actId="20577"/>
          <ac:spMkLst>
            <pc:docMk/>
            <pc:sldMk cId="3537006609" sldId="277"/>
            <ac:spMk id="3" creationId="{BCF177CF-93D3-1D9C-3AE9-EDF7BC4F8ADE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7" creationId="{0AB6E427-3F73-4C06-A5D5-AE52C3883B50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9" creationId="{D8C9BDAA-0390-4B39-9B5C-BC95E5120DA4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1" creationId="{F9DB1FE5-9D46-433B-99D1-2F1B8DC79855}"/>
          </ac:spMkLst>
        </pc:spChg>
        <pc:picChg chg="add mod">
          <ac:chgData name="DANIEL ALBERTO PEREZ MORERA" userId="b71f61fa-2a10-40af-a76c-06b5b43d475d" providerId="ADAL" clId="{CCE38196-6549-48A5-B8F0-4FE1DF2DB2E5}" dt="2026-05-06T20:56:56.172" v="1240" actId="26606"/>
          <ac:picMkLst>
            <pc:docMk/>
            <pc:sldMk cId="3537006609" sldId="277"/>
            <ac:picMk id="5" creationId="{B3613B43-3E56-F49E-E792-D383C67A5452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6T20:59:54.925" v="1258" actId="1076"/>
        <pc:sldMkLst>
          <pc:docMk/>
          <pc:sldMk cId="296176996" sldId="278"/>
        </pc:sldMkLst>
        <pc:spChg chg="mod">
          <ac:chgData name="DANIEL ALBERTO PEREZ MORERA" userId="b71f61fa-2a10-40af-a76c-06b5b43d475d" providerId="ADAL" clId="{CCE38196-6549-48A5-B8F0-4FE1DF2DB2E5}" dt="2026-05-06T20:57:59.178" v="1251"/>
          <ac:spMkLst>
            <pc:docMk/>
            <pc:sldMk cId="296176996" sldId="278"/>
            <ac:spMk id="2" creationId="{2F2BF212-23E8-5DBF-C149-DBE4683FB101}"/>
          </ac:spMkLst>
        </pc:spChg>
        <pc:spChg chg="mod">
          <ac:chgData name="DANIEL ALBERTO PEREZ MORERA" userId="b71f61fa-2a10-40af-a76c-06b5b43d475d" providerId="ADAL" clId="{CCE38196-6549-48A5-B8F0-4FE1DF2DB2E5}" dt="2026-05-06T20:58:39.885" v="1253" actId="20577"/>
          <ac:spMkLst>
            <pc:docMk/>
            <pc:sldMk cId="296176996" sldId="278"/>
            <ac:spMk id="3" creationId="{E73FADEB-277E-A448-7D51-39B70F794760}"/>
          </ac:spMkLst>
        </pc:spChg>
        <pc:picChg chg="add mod">
          <ac:chgData name="DANIEL ALBERTO PEREZ MORERA" userId="b71f61fa-2a10-40af-a76c-06b5b43d475d" providerId="ADAL" clId="{CCE38196-6549-48A5-B8F0-4FE1DF2DB2E5}" dt="2026-05-06T20:59:54.925" v="1258" actId="1076"/>
          <ac:picMkLst>
            <pc:docMk/>
            <pc:sldMk cId="296176996" sldId="278"/>
            <ac:picMk id="6" creationId="{DD52BA90-02D6-FEE6-3D00-115B2A31435E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6T21:04:13.288" v="1270" actId="1076"/>
        <pc:sldMkLst>
          <pc:docMk/>
          <pc:sldMk cId="3595318667" sldId="279"/>
        </pc:sldMkLst>
        <pc:spChg chg="mod">
          <ac:chgData name="DANIEL ALBERTO PEREZ MORERA" userId="b71f61fa-2a10-40af-a76c-06b5b43d475d" providerId="ADAL" clId="{CCE38196-6549-48A5-B8F0-4FE1DF2DB2E5}" dt="2026-05-06T21:01:23.984" v="1262"/>
          <ac:spMkLst>
            <pc:docMk/>
            <pc:sldMk cId="3595318667" sldId="279"/>
            <ac:spMk id="2" creationId="{9400F76F-4F68-8AF9-999C-412985C76E18}"/>
          </ac:spMkLst>
        </pc:spChg>
        <pc:spChg chg="mod">
          <ac:chgData name="DANIEL ALBERTO PEREZ MORERA" userId="b71f61fa-2a10-40af-a76c-06b5b43d475d" providerId="ADAL" clId="{CCE38196-6549-48A5-B8F0-4FE1DF2DB2E5}" dt="2026-05-06T21:02:51.512" v="1265" actId="20577"/>
          <ac:spMkLst>
            <pc:docMk/>
            <pc:sldMk cId="3595318667" sldId="279"/>
            <ac:spMk id="3" creationId="{D5EC163C-61F8-F07A-78E5-01D92F96313C}"/>
          </ac:spMkLst>
        </pc:spChg>
        <pc:picChg chg="add mod">
          <ac:chgData name="DANIEL ALBERTO PEREZ MORERA" userId="b71f61fa-2a10-40af-a76c-06b5b43d475d" providerId="ADAL" clId="{CCE38196-6549-48A5-B8F0-4FE1DF2DB2E5}" dt="2026-05-06T21:04:13.288" v="1270" actId="1076"/>
          <ac:picMkLst>
            <pc:docMk/>
            <pc:sldMk cId="3595318667" sldId="279"/>
            <ac:picMk id="8" creationId="{D1810C1A-A36C-059C-E8FC-A5423CFD5FC1}"/>
          </ac:picMkLst>
        </pc:picChg>
      </pc:sldChg>
      <pc:sldChg chg="modSp add mod ord">
        <pc:chgData name="DANIEL ALBERTO PEREZ MORERA" userId="b71f61fa-2a10-40af-a76c-06b5b43d475d" providerId="ADAL" clId="{CCE38196-6549-48A5-B8F0-4FE1DF2DB2E5}" dt="2026-05-06T21:07:28.065" v="1292" actId="20577"/>
        <pc:sldMkLst>
          <pc:docMk/>
          <pc:sldMk cId="966744946" sldId="280"/>
        </pc:sldMkLst>
        <pc:spChg chg="mod">
          <ac:chgData name="DANIEL ALBERTO PEREZ MORERA" userId="b71f61fa-2a10-40af-a76c-06b5b43d475d" providerId="ADAL" clId="{CCE38196-6549-48A5-B8F0-4FE1DF2DB2E5}" dt="2026-05-06T21:04:37.467" v="1274"/>
          <ac:spMkLst>
            <pc:docMk/>
            <pc:sldMk cId="966744946" sldId="280"/>
            <ac:spMk id="2" creationId="{9FBEBADC-188C-34DB-6A18-D5EE13CDD9AA}"/>
          </ac:spMkLst>
        </pc:spChg>
        <pc:spChg chg="mod">
          <ac:chgData name="DANIEL ALBERTO PEREZ MORERA" userId="b71f61fa-2a10-40af-a76c-06b5b43d475d" providerId="ADAL" clId="{CCE38196-6549-48A5-B8F0-4FE1DF2DB2E5}" dt="2026-05-06T21:07:28.065" v="1292" actId="20577"/>
          <ac:spMkLst>
            <pc:docMk/>
            <pc:sldMk cId="966744946" sldId="280"/>
            <ac:spMk id="3" creationId="{11034AFE-0D8A-BD0D-9EAF-B90E4DC0ACD2}"/>
          </ac:spMkLst>
        </pc:spChg>
      </pc:sldChg>
      <pc:sldChg chg="addSp delSp modSp add mod ord">
        <pc:chgData name="DANIEL ALBERTO PEREZ MORERA" userId="b71f61fa-2a10-40af-a76c-06b5b43d475d" providerId="ADAL" clId="{CCE38196-6549-48A5-B8F0-4FE1DF2DB2E5}" dt="2026-05-06T21:10:13.143" v="1305" actId="1076"/>
        <pc:sldMkLst>
          <pc:docMk/>
          <pc:sldMk cId="866859736" sldId="281"/>
        </pc:sldMkLst>
        <pc:spChg chg="mod">
          <ac:chgData name="DANIEL ALBERTO PEREZ MORERA" userId="b71f61fa-2a10-40af-a76c-06b5b43d475d" providerId="ADAL" clId="{CCE38196-6549-48A5-B8F0-4FE1DF2DB2E5}" dt="2026-05-06T21:09:06.733" v="1296"/>
          <ac:spMkLst>
            <pc:docMk/>
            <pc:sldMk cId="866859736" sldId="281"/>
            <ac:spMk id="2" creationId="{B3A08DE6-E84B-6B0C-1701-10F33DD11286}"/>
          </ac:spMkLst>
        </pc:spChg>
        <pc:spChg chg="mod">
          <ac:chgData name="DANIEL ALBERTO PEREZ MORERA" userId="b71f61fa-2a10-40af-a76c-06b5b43d475d" providerId="ADAL" clId="{CCE38196-6549-48A5-B8F0-4FE1DF2DB2E5}" dt="2026-05-06T21:09:22.079" v="1300" actId="20577"/>
          <ac:spMkLst>
            <pc:docMk/>
            <pc:sldMk cId="866859736" sldId="281"/>
            <ac:spMk id="3" creationId="{5C0C6609-2B2E-EC45-43E7-C686F06B9FD7}"/>
          </ac:spMkLst>
        </pc:spChg>
        <pc:picChg chg="add mod">
          <ac:chgData name="DANIEL ALBERTO PEREZ MORERA" userId="b71f61fa-2a10-40af-a76c-06b5b43d475d" providerId="ADAL" clId="{CCE38196-6549-48A5-B8F0-4FE1DF2DB2E5}" dt="2026-05-06T21:10:13.143" v="1305" actId="1076"/>
          <ac:picMkLst>
            <pc:docMk/>
            <pc:sldMk cId="866859736" sldId="281"/>
            <ac:picMk id="7" creationId="{8B6C317C-160E-683E-DA58-24C40875C4C7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6T21:14:32.921" v="1327" actId="1076"/>
        <pc:sldMkLst>
          <pc:docMk/>
          <pc:sldMk cId="4209304406" sldId="282"/>
        </pc:sldMkLst>
        <pc:spChg chg="mod">
          <ac:chgData name="DANIEL ALBERTO PEREZ MORERA" userId="b71f61fa-2a10-40af-a76c-06b5b43d475d" providerId="ADAL" clId="{CCE38196-6549-48A5-B8F0-4FE1DF2DB2E5}" dt="2026-05-06T21:11:17.724" v="1307"/>
          <ac:spMkLst>
            <pc:docMk/>
            <pc:sldMk cId="4209304406" sldId="282"/>
            <ac:spMk id="2" creationId="{B6FAAE7E-FA26-1F74-127B-63508CE7E093}"/>
          </ac:spMkLst>
        </pc:spChg>
        <pc:spChg chg="mod">
          <ac:chgData name="DANIEL ALBERTO PEREZ MORERA" userId="b71f61fa-2a10-40af-a76c-06b5b43d475d" providerId="ADAL" clId="{CCE38196-6549-48A5-B8F0-4FE1DF2DB2E5}" dt="2026-05-06T21:13:32.556" v="1322" actId="20577"/>
          <ac:spMkLst>
            <pc:docMk/>
            <pc:sldMk cId="4209304406" sldId="282"/>
            <ac:spMk id="3" creationId="{1A3EDA95-6CF6-7867-D2E4-CD15E1172E07}"/>
          </ac:spMkLst>
        </pc:spChg>
        <pc:picChg chg="add mod">
          <ac:chgData name="DANIEL ALBERTO PEREZ MORERA" userId="b71f61fa-2a10-40af-a76c-06b5b43d475d" providerId="ADAL" clId="{CCE38196-6549-48A5-B8F0-4FE1DF2DB2E5}" dt="2026-05-06T21:14:32.921" v="1327" actId="1076"/>
          <ac:picMkLst>
            <pc:docMk/>
            <pc:sldMk cId="4209304406" sldId="282"/>
            <ac:picMk id="5" creationId="{55DE9A35-63B6-520D-8990-53E0CBA8F01B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6T21:16:11.950" v="1338" actId="1076"/>
        <pc:sldMkLst>
          <pc:docMk/>
          <pc:sldMk cId="819245608" sldId="283"/>
        </pc:sldMkLst>
        <pc:spChg chg="mod">
          <ac:chgData name="DANIEL ALBERTO PEREZ MORERA" userId="b71f61fa-2a10-40af-a76c-06b5b43d475d" providerId="ADAL" clId="{CCE38196-6549-48A5-B8F0-4FE1DF2DB2E5}" dt="2026-05-06T21:15:13.725" v="1329"/>
          <ac:spMkLst>
            <pc:docMk/>
            <pc:sldMk cId="819245608" sldId="283"/>
            <ac:spMk id="2" creationId="{E355FBA7-7196-B941-A5F9-2C65CB91521C}"/>
          </ac:spMkLst>
        </pc:spChg>
        <pc:spChg chg="mod">
          <ac:chgData name="DANIEL ALBERTO PEREZ MORERA" userId="b71f61fa-2a10-40af-a76c-06b5b43d475d" providerId="ADAL" clId="{CCE38196-6549-48A5-B8F0-4FE1DF2DB2E5}" dt="2026-05-06T21:15:40.282" v="1333" actId="6549"/>
          <ac:spMkLst>
            <pc:docMk/>
            <pc:sldMk cId="819245608" sldId="283"/>
            <ac:spMk id="3" creationId="{52E6333C-A51E-2389-1F2A-2C229A42B392}"/>
          </ac:spMkLst>
        </pc:spChg>
        <pc:picChg chg="add mod">
          <ac:chgData name="DANIEL ALBERTO PEREZ MORERA" userId="b71f61fa-2a10-40af-a76c-06b5b43d475d" providerId="ADAL" clId="{CCE38196-6549-48A5-B8F0-4FE1DF2DB2E5}" dt="2026-05-06T21:16:11.950" v="1338" actId="1076"/>
          <ac:picMkLst>
            <pc:docMk/>
            <pc:sldMk cId="819245608" sldId="283"/>
            <ac:picMk id="6" creationId="{FA1CB6FD-7C86-9667-6009-772EB40097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Estructuras</a:t>
            </a:r>
            <a:r>
              <a:rPr lang="en-US" dirty="0"/>
              <a:t> de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Estructuras de selección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7F29-732F-EF7E-CD5E-C4A84CF1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8365" y="1820249"/>
            <a:ext cx="6413663" cy="3217502"/>
          </a:xfrm>
        </p:spPr>
        <p:txBody>
          <a:bodyPr anchor="ctr">
            <a:normAutofit lnSpcReduction="10000"/>
          </a:bodyPr>
          <a:lstStyle/>
          <a:p>
            <a:r>
              <a:rPr lang="es-ES" dirty="0"/>
              <a:t>La </a:t>
            </a:r>
            <a:r>
              <a:rPr lang="es-ES" b="1" dirty="0"/>
              <a:t>selección o bifurcación</a:t>
            </a:r>
            <a:r>
              <a:rPr lang="es-ES" dirty="0"/>
              <a:t> nos permite tener segmentos de código que podrán o no ser ejecutados dependiendo de una   condición booleana que establezcamos.</a:t>
            </a:r>
          </a:p>
          <a:p>
            <a:r>
              <a:rPr lang="es-ES" dirty="0"/>
              <a:t>Muchas de nuestras conductas como personas funcionan de esta forma. Por ejemplo</a:t>
            </a:r>
            <a:r>
              <a:rPr lang="en-US" dirty="0"/>
              <a:t>:</a:t>
            </a:r>
          </a:p>
          <a:p>
            <a:pPr lvl="1"/>
            <a:r>
              <a:rPr lang="es-ES" b="1" dirty="0"/>
              <a:t>Si</a:t>
            </a:r>
            <a:r>
              <a:rPr lang="es-ES" dirty="0"/>
              <a:t> estamos afuera y empieza a llover, </a:t>
            </a:r>
            <a:r>
              <a:rPr lang="es-ES" b="1" dirty="0"/>
              <a:t>entonces </a:t>
            </a:r>
            <a:r>
              <a:rPr lang="es-ES" dirty="0"/>
              <a:t>buscamos algo con qué tapar la lluvia. </a:t>
            </a:r>
          </a:p>
          <a:p>
            <a:pPr lvl="1"/>
            <a:r>
              <a:rPr lang="es-ES" b="1" dirty="0"/>
              <a:t>Si</a:t>
            </a:r>
            <a:r>
              <a:rPr lang="es-ES" dirty="0"/>
              <a:t> tenemos hambre, </a:t>
            </a:r>
            <a:r>
              <a:rPr lang="es-ES" b="1" dirty="0"/>
              <a:t>entonces</a:t>
            </a:r>
            <a:r>
              <a:rPr lang="es-ES" dirty="0"/>
              <a:t> empezamos a pensar en buscar comida. </a:t>
            </a:r>
          </a:p>
          <a:p>
            <a:r>
              <a:rPr lang="es-ES" dirty="0"/>
              <a:t>Python tiene dos estructuras de selección: </a:t>
            </a:r>
            <a:r>
              <a:rPr lang="es-ES" b="1" dirty="0" err="1"/>
              <a:t>if</a:t>
            </a:r>
            <a:r>
              <a:rPr lang="es-ES" dirty="0"/>
              <a:t>, y el </a:t>
            </a:r>
            <a:r>
              <a:rPr lang="es-ES" b="1" dirty="0" err="1"/>
              <a:t>if-else</a:t>
            </a:r>
            <a:r>
              <a:rPr lang="es-ES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5B7E-443B-3557-C726-AA015B28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45713-5B84-A611-FBF4-6F34417F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s-ES" sz="3600" b="1">
                <a:solidFill>
                  <a:srgbClr val="FFFFFF"/>
                </a:solidFill>
              </a:rPr>
              <a:t>If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77CF-93D3-1D9C-3AE9-EDF7BC4F8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Es una estructura de control que, bajo una cierta condición, ejecuta el bloque que le pertenece. Tiene la siguiente sintaxis: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DB1FE5-9D46-433B-99D1-2F1B8DC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613B43-3E56-F49E-E792-D383C67A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17" y="1814455"/>
            <a:ext cx="6798082" cy="322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0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8C457-F06E-7DEB-558C-F368B12A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994947E-A418-891F-19A2-34BE5587B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3CBF34-088C-1129-4924-A500877A4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BF212-23E8-5DBF-C149-DBE4683F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ADEB-277E-A448-7D51-39B70F79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Es similar al </a:t>
            </a:r>
            <a:r>
              <a:rPr lang="es-ES" dirty="0" err="1">
                <a:solidFill>
                  <a:srgbClr val="FFFFFF"/>
                </a:solidFill>
              </a:rPr>
              <a:t>if</a:t>
            </a:r>
            <a:r>
              <a:rPr lang="es-ES" dirty="0">
                <a:solidFill>
                  <a:srgbClr val="FFFFFF"/>
                </a:solidFill>
              </a:rPr>
              <a:t>. Nada más que ahora tenemos código para cuando la condición es verdadera (el </a:t>
            </a:r>
            <a:r>
              <a:rPr lang="es-ES" dirty="0" err="1">
                <a:solidFill>
                  <a:srgbClr val="FFFFFF"/>
                </a:solidFill>
              </a:rPr>
              <a:t>if</a:t>
            </a:r>
            <a:r>
              <a:rPr lang="es-ES" dirty="0">
                <a:solidFill>
                  <a:srgbClr val="FFFFFF"/>
                </a:solidFill>
              </a:rPr>
              <a:t>), y otro código cuando la condición es falsa (el </a:t>
            </a:r>
            <a:r>
              <a:rPr lang="es-ES" dirty="0" err="1">
                <a:solidFill>
                  <a:srgbClr val="FFFFFF"/>
                </a:solidFill>
              </a:rPr>
              <a:t>else</a:t>
            </a:r>
            <a:r>
              <a:rPr lang="es-ES" dirty="0">
                <a:solidFill>
                  <a:srgbClr val="FFFFFF"/>
                </a:solidFill>
              </a:rPr>
              <a:t>).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A292C-E164-220A-8939-B4D04823E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52BA90-02D6-FEE6-3D00-115B2A314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97" y="1447800"/>
            <a:ext cx="60960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8406F-8B8A-B8C8-5ED1-79C2D521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8981A4F-FCAC-9AC0-C1B3-83B642D1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DF96E-D833-8450-600F-1C1268864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0F76F-4F68-8AF9-999C-412985C7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Elif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C163C-61F8-F07A-78E5-01D92F963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Significa “</a:t>
            </a:r>
            <a:r>
              <a:rPr lang="es-ES" dirty="0" err="1">
                <a:solidFill>
                  <a:srgbClr val="FFFFFF"/>
                </a:solidFill>
              </a:rPr>
              <a:t>else</a:t>
            </a:r>
            <a:r>
              <a:rPr lang="es-ES" dirty="0">
                <a:solidFill>
                  <a:srgbClr val="FFFFFF"/>
                </a:solidFill>
              </a:rPr>
              <a:t> </a:t>
            </a:r>
            <a:r>
              <a:rPr lang="es-ES" dirty="0" err="1">
                <a:solidFill>
                  <a:srgbClr val="FFFFFF"/>
                </a:solidFill>
              </a:rPr>
              <a:t>if</a:t>
            </a:r>
            <a:r>
              <a:rPr lang="es-ES" dirty="0">
                <a:solidFill>
                  <a:srgbClr val="FFFFFF"/>
                </a:solidFill>
              </a:rPr>
              <a:t>” y se usa para evaluar múltiples condiciones en una misma estructura.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BED5DB-415C-2842-0056-F623374E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810C1A-A36C-059C-E8FC-A5423CFD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09" y="1320061"/>
            <a:ext cx="5112578" cy="421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1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8F90-21A7-E50D-9BFC-DB988652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D855C-6529-2522-D7EC-36962B79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566281-6CE7-5C34-D3E6-BABD1F573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BADC-188C-34DB-6A18-D5EE13CD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Estructuras de repetición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B6F0B-13BB-D325-184D-3A72F96C1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AFE-0D8A-BD0D-9EAF-B90E4DC0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8365" y="1820249"/>
            <a:ext cx="6413663" cy="3217502"/>
          </a:xfrm>
        </p:spPr>
        <p:txBody>
          <a:bodyPr anchor="ctr">
            <a:normAutofit/>
          </a:bodyPr>
          <a:lstStyle/>
          <a:p>
            <a:r>
              <a:rPr lang="es-ES" dirty="0"/>
              <a:t>Las estructuras de </a:t>
            </a:r>
            <a:r>
              <a:rPr lang="es-ES" b="1" dirty="0"/>
              <a:t>repetición o iteración</a:t>
            </a:r>
            <a:r>
              <a:rPr lang="es-ES" dirty="0"/>
              <a:t> nos permiten repetir un bloque de instrucciones una cantidad n de veces. Existen dos estructuras de repetición: </a:t>
            </a:r>
            <a:r>
              <a:rPr lang="es-ES" b="1" dirty="0" err="1"/>
              <a:t>while</a:t>
            </a:r>
            <a:r>
              <a:rPr lang="es-ES" dirty="0"/>
              <a:t> y </a:t>
            </a:r>
            <a:r>
              <a:rPr lang="es-ES" b="1" dirty="0" err="1"/>
              <a:t>for</a:t>
            </a:r>
            <a:r>
              <a:rPr lang="es-ES" dirty="0"/>
              <a:t>. Ambas son distintas y estudiaremos ambas con cuidado.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674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A720C-A757-D82E-3E6C-DCBDCC38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12F42B0-A6A4-A669-77B3-FCEDE3C9E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225D45-2A82-8F7F-0394-3AADA6C03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08DE6-E84B-6B0C-1701-10F33DD1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6609-2B2E-EC45-43E7-C686F06B9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Este nos permite repetir un bloque de instrucciones mientras la condición sea verdadera: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260C01-CA89-A746-BBD2-17EBC7857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6C317C-160E-683E-DA58-24C40875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97" y="1981200"/>
            <a:ext cx="6096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85E3E-4152-1AD8-B425-FFE4F64B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DACA752-C55F-EE67-3ED8-D6E26CB8E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541527-E3D2-9F59-2857-1EDA07B30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AAE7E-FA26-1F74-127B-63508CE7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DA95-6CF6-7867-D2E4-CD15E1172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Es una estructura de control que permite repetir un bloque de instrucciones un número determinado de veces o iterar sobre un conjunto de elementos.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533CFD-FFFF-3D99-4877-7F757C4CE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DE9A35-63B6-520D-8990-53E0CBA8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158" y="2239757"/>
            <a:ext cx="6120078" cy="237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0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2C497-3F64-91C9-9AEA-2AEA9E59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E55AF3-2842-EDAE-E378-057034C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16213D-A0D7-5F23-7126-52F188934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5FBA7-7196-B941-A5F9-2C65CB91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333C-A51E-2389-1F2A-2C229A42B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Es una instrucción que permite terminar con un </a:t>
            </a:r>
            <a:r>
              <a:rPr lang="es-ES" dirty="0" err="1">
                <a:solidFill>
                  <a:srgbClr val="FFFFFF"/>
                </a:solidFill>
              </a:rPr>
              <a:t>for</a:t>
            </a:r>
            <a:r>
              <a:rPr lang="es-ES" dirty="0">
                <a:solidFill>
                  <a:srgbClr val="FFFFFF"/>
                </a:solidFill>
              </a:rPr>
              <a:t> o un </a:t>
            </a:r>
            <a:r>
              <a:rPr lang="es-ES" dirty="0" err="1">
                <a:solidFill>
                  <a:srgbClr val="FFFFFF"/>
                </a:solidFill>
              </a:rPr>
              <a:t>while</a:t>
            </a:r>
            <a:r>
              <a:rPr lang="es-ES" dirty="0">
                <a:solidFill>
                  <a:srgbClr val="FFFFFF"/>
                </a:solidFill>
              </a:rPr>
              <a:t>, sin importar la condición. La utilidad es que puede servir para crear condiciones adicionales.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29DFF4-F21E-62B3-0659-ACEFAB2A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E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1CB6FD-7C86-9667-6009-772EB400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289" y="2170932"/>
            <a:ext cx="6474268" cy="25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4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Actividad 3:</a:t>
            </a:r>
            <a:r>
              <a:rPr lang="es-ES" dirty="0"/>
              <a:t> </a:t>
            </a:r>
            <a:r>
              <a:rPr lang="en-US" dirty="0"/>
              <a:t>Cajero Automático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058400" cy="4023359"/>
          </a:xfrm>
        </p:spPr>
        <p:txBody>
          <a:bodyPr>
            <a:normAutofit/>
          </a:bodyPr>
          <a:lstStyle/>
          <a:p>
            <a:r>
              <a:rPr lang="es-ES" sz="2800" dirty="0"/>
              <a:t>Desarrolle un programa que simule el funcionamiento básico de un cajero automático</a:t>
            </a:r>
            <a:r>
              <a:rPr lang="en-US" sz="2800" dirty="0"/>
              <a:t>.</a:t>
            </a:r>
          </a:p>
          <a:p>
            <a:pPr lvl="1"/>
            <a:r>
              <a:rPr lang="es-ES" sz="2400" dirty="0"/>
              <a:t>El sistema debe permitir al usuario realizar distintas operaciones sobre una cuenta con un saldo inicial definido.</a:t>
            </a:r>
          </a:p>
          <a:p>
            <a:pPr lvl="1"/>
            <a:r>
              <a:rPr lang="es-ES" sz="2400" dirty="0"/>
              <a:t>El programa debe mostrar un menú de opciones de forma repetitiva hasta que el usuario decida salir.</a:t>
            </a:r>
          </a:p>
          <a:p>
            <a:pPr lvl="1"/>
            <a:r>
              <a:rPr lang="es-ES" sz="2400" dirty="0"/>
              <a:t>Las opciones disponibles son: Consultar saldo, Depositar dinero, Retirar dinero y Salir.</a:t>
            </a:r>
          </a:p>
          <a:p>
            <a:pPr lvl="1"/>
            <a:r>
              <a:rPr lang="es-ES" sz="2400" dirty="0"/>
              <a:t>El usuario deberá seleccionar una opción e ingresar los datos necesarios según el caso.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432</TotalTime>
  <Words>365</Words>
  <Application>Microsoft Office PowerPoint</Application>
  <PresentationFormat>Panorámica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Calibri</vt:lpstr>
      <vt:lpstr>Calibri Light</vt:lpstr>
      <vt:lpstr>Retrospect</vt:lpstr>
      <vt:lpstr>Estructuras de control</vt:lpstr>
      <vt:lpstr>Estructuras de selección</vt:lpstr>
      <vt:lpstr>If</vt:lpstr>
      <vt:lpstr>If-Else</vt:lpstr>
      <vt:lpstr>Elif</vt:lpstr>
      <vt:lpstr>Estructuras de repetición</vt:lpstr>
      <vt:lpstr>While</vt:lpstr>
      <vt:lpstr>For</vt:lpstr>
      <vt:lpstr>Break</vt:lpstr>
      <vt:lpstr>Actividad 3: Cajero Automático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2026-05-23T16:43:41Z</dcterms:modified>
</cp:coreProperties>
</file>