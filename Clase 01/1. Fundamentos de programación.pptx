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61" r:id="rId5"/>
    <p:sldId id="263" r:id="rId6"/>
    <p:sldId id="26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513736-9E94-4462-A682-456F798FF2A4}" v="8" dt="2026-04-24T02:21:57.2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59" autoAdjust="0"/>
    <p:restoredTop sz="94660"/>
  </p:normalViewPr>
  <p:slideViewPr>
    <p:cSldViewPr snapToGrid="0">
      <p:cViewPr varScale="1">
        <p:scale>
          <a:sx n="78" d="100"/>
          <a:sy n="78" d="100"/>
        </p:scale>
        <p:origin x="91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ALBERTO PEREZ MORERA" userId="b71f61fa-2a10-40af-a76c-06b5b43d475d" providerId="ADAL" clId="{CCE38196-6549-48A5-B8F0-4FE1DF2DB2E5}"/>
    <pc:docChg chg="undo custSel addSld delSld modSld sldOrd">
      <pc:chgData name="DANIEL ALBERTO PEREZ MORERA" userId="b71f61fa-2a10-40af-a76c-06b5b43d475d" providerId="ADAL" clId="{CCE38196-6549-48A5-B8F0-4FE1DF2DB2E5}" dt="2026-04-24T02:24:49.314" v="214" actId="47"/>
      <pc:docMkLst>
        <pc:docMk/>
      </pc:docMkLst>
      <pc:sldChg chg="modSp new mod">
        <pc:chgData name="DANIEL ALBERTO PEREZ MORERA" userId="b71f61fa-2a10-40af-a76c-06b5b43d475d" providerId="ADAL" clId="{CCE38196-6549-48A5-B8F0-4FE1DF2DB2E5}" dt="2026-04-24T02:24:26.983" v="211" actId="123"/>
        <pc:sldMkLst>
          <pc:docMk/>
          <pc:sldMk cId="1807559037" sldId="256"/>
        </pc:sldMkLst>
        <pc:spChg chg="mod">
          <ac:chgData name="DANIEL ALBERTO PEREZ MORERA" userId="b71f61fa-2a10-40af-a76c-06b5b43d475d" providerId="ADAL" clId="{CCE38196-6549-48A5-B8F0-4FE1DF2DB2E5}" dt="2026-04-24T02:24:26.983" v="211" actId="123"/>
          <ac:spMkLst>
            <pc:docMk/>
            <pc:sldMk cId="1807559037" sldId="256"/>
            <ac:spMk id="2" creationId="{1D8FDC1A-6045-17E2-6EDD-50C40FEC50CB}"/>
          </ac:spMkLst>
        </pc:spChg>
        <pc:spChg chg="mod">
          <ac:chgData name="DANIEL ALBERTO PEREZ MORERA" userId="b71f61fa-2a10-40af-a76c-06b5b43d475d" providerId="ADAL" clId="{CCE38196-6549-48A5-B8F0-4FE1DF2DB2E5}" dt="2026-04-05T22:37:27.601" v="28" actId="20577"/>
          <ac:spMkLst>
            <pc:docMk/>
            <pc:sldMk cId="1807559037" sldId="256"/>
            <ac:spMk id="3" creationId="{169D2767-C243-3E7C-4D5B-39E139A139A7}"/>
          </ac:spMkLst>
        </pc:spChg>
      </pc:sldChg>
      <pc:sldChg chg="addSp delSp modSp new mod setBg">
        <pc:chgData name="DANIEL ALBERTO PEREZ MORERA" userId="b71f61fa-2a10-40af-a76c-06b5b43d475d" providerId="ADAL" clId="{CCE38196-6549-48A5-B8F0-4FE1DF2DB2E5}" dt="2026-04-24T02:24:23.106" v="210" actId="123"/>
        <pc:sldMkLst>
          <pc:docMk/>
          <pc:sldMk cId="3575364436" sldId="257"/>
        </pc:sldMkLst>
        <pc:spChg chg="mod">
          <ac:chgData name="DANIEL ALBERTO PEREZ MORERA" userId="b71f61fa-2a10-40af-a76c-06b5b43d475d" providerId="ADAL" clId="{CCE38196-6549-48A5-B8F0-4FE1DF2DB2E5}" dt="2026-04-24T02:24:23.106" v="210" actId="123"/>
          <ac:spMkLst>
            <pc:docMk/>
            <pc:sldMk cId="3575364436" sldId="257"/>
            <ac:spMk id="2" creationId="{07E564E0-A0D3-FE59-048C-A9CA2ACBDF30}"/>
          </ac:spMkLst>
        </pc:spChg>
        <pc:spChg chg="add">
          <ac:chgData name="DANIEL ALBERTO PEREZ MORERA" userId="b71f61fa-2a10-40af-a76c-06b5b43d475d" providerId="ADAL" clId="{CCE38196-6549-48A5-B8F0-4FE1DF2DB2E5}" dt="2026-04-05T22:44:50.649" v="90" actId="26606"/>
          <ac:spMkLst>
            <pc:docMk/>
            <pc:sldMk cId="3575364436" sldId="257"/>
            <ac:spMk id="1028" creationId="{7E8D75FD-D4F9-4D11-B70D-82EFCB4CFA5B}"/>
          </ac:spMkLst>
        </pc:spChg>
        <pc:spChg chg="add">
          <ac:chgData name="DANIEL ALBERTO PEREZ MORERA" userId="b71f61fa-2a10-40af-a76c-06b5b43d475d" providerId="ADAL" clId="{CCE38196-6549-48A5-B8F0-4FE1DF2DB2E5}" dt="2026-04-05T22:44:50.649" v="90" actId="26606"/>
          <ac:spMkLst>
            <pc:docMk/>
            <pc:sldMk cId="3575364436" sldId="257"/>
            <ac:spMk id="1031" creationId="{D829E218-74FB-4455-98BE-F2C5BA8978BE}"/>
          </ac:spMkLst>
        </pc:spChg>
        <pc:spChg chg="add">
          <ac:chgData name="DANIEL ALBERTO PEREZ MORERA" userId="b71f61fa-2a10-40af-a76c-06b5b43d475d" providerId="ADAL" clId="{CCE38196-6549-48A5-B8F0-4FE1DF2DB2E5}" dt="2026-04-05T22:44:50.649" v="90" actId="26606"/>
          <ac:spMkLst>
            <pc:docMk/>
            <pc:sldMk cId="3575364436" sldId="257"/>
            <ac:spMk id="1032" creationId="{E75F8FC7-2268-462F-AFF6-A4A975C3444E}"/>
          </ac:spMkLst>
        </pc:spChg>
        <pc:spChg chg="add">
          <ac:chgData name="DANIEL ALBERTO PEREZ MORERA" userId="b71f61fa-2a10-40af-a76c-06b5b43d475d" providerId="ADAL" clId="{CCE38196-6549-48A5-B8F0-4FE1DF2DB2E5}" dt="2026-04-05T22:44:50.649" v="90" actId="26606"/>
          <ac:spMkLst>
            <pc:docMk/>
            <pc:sldMk cId="3575364436" sldId="257"/>
            <ac:spMk id="1041" creationId="{9D1C364C-8702-4ED9-9D23-41CDB2982B4E}"/>
          </ac:spMkLst>
        </pc:spChg>
        <pc:spChg chg="add">
          <ac:chgData name="DANIEL ALBERTO PEREZ MORERA" userId="b71f61fa-2a10-40af-a76c-06b5b43d475d" providerId="ADAL" clId="{CCE38196-6549-48A5-B8F0-4FE1DF2DB2E5}" dt="2026-04-05T22:44:50.649" v="90" actId="26606"/>
          <ac:spMkLst>
            <pc:docMk/>
            <pc:sldMk cId="3575364436" sldId="257"/>
            <ac:spMk id="1043" creationId="{7EE051E9-6C07-4FBB-B4F7-EDF8DDEAA6DA}"/>
          </ac:spMkLst>
        </pc:spChg>
        <pc:picChg chg="add mod">
          <ac:chgData name="DANIEL ALBERTO PEREZ MORERA" userId="b71f61fa-2a10-40af-a76c-06b5b43d475d" providerId="ADAL" clId="{CCE38196-6549-48A5-B8F0-4FE1DF2DB2E5}" dt="2026-04-05T22:44:50.649" v="90" actId="26606"/>
          <ac:picMkLst>
            <pc:docMk/>
            <pc:sldMk cId="3575364436" sldId="257"/>
            <ac:picMk id="1026" creationId="{0B43337A-9161-28C4-E3A1-D6CC65CDC9FF}"/>
          </ac:picMkLst>
        </pc:picChg>
        <pc:cxnChg chg="add">
          <ac:chgData name="DANIEL ALBERTO PEREZ MORERA" userId="b71f61fa-2a10-40af-a76c-06b5b43d475d" providerId="ADAL" clId="{CCE38196-6549-48A5-B8F0-4FE1DF2DB2E5}" dt="2026-04-05T22:44:50.649" v="90" actId="26606"/>
          <ac:cxnSpMkLst>
            <pc:docMk/>
            <pc:sldMk cId="3575364436" sldId="257"/>
            <ac:cxnSpMk id="1029" creationId="{1F5DC8C3-BA5F-4EED-BB9A-A14272BD82A1}"/>
          </ac:cxnSpMkLst>
        </pc:cxnChg>
        <pc:cxnChg chg="add">
          <ac:chgData name="DANIEL ALBERTO PEREZ MORERA" userId="b71f61fa-2a10-40af-a76c-06b5b43d475d" providerId="ADAL" clId="{CCE38196-6549-48A5-B8F0-4FE1DF2DB2E5}" dt="2026-04-05T22:44:50.649" v="90" actId="26606"/>
          <ac:cxnSpMkLst>
            <pc:docMk/>
            <pc:sldMk cId="3575364436" sldId="257"/>
            <ac:cxnSpMk id="1039" creationId="{BEF45B32-FB97-49CC-B778-CA7CF87BEF7A}"/>
          </ac:cxnSpMkLst>
        </pc:cxnChg>
      </pc:sldChg>
      <pc:sldChg chg="addSp modSp new mod ord">
        <pc:chgData name="DANIEL ALBERTO PEREZ MORERA" userId="b71f61fa-2a10-40af-a76c-06b5b43d475d" providerId="ADAL" clId="{CCE38196-6549-48A5-B8F0-4FE1DF2DB2E5}" dt="2026-04-24T02:24:18.737" v="209" actId="123"/>
        <pc:sldMkLst>
          <pc:docMk/>
          <pc:sldMk cId="2064592768" sldId="259"/>
        </pc:sldMkLst>
        <pc:spChg chg="add mod">
          <ac:chgData name="DANIEL ALBERTO PEREZ MORERA" userId="b71f61fa-2a10-40af-a76c-06b5b43d475d" providerId="ADAL" clId="{CCE38196-6549-48A5-B8F0-4FE1DF2DB2E5}" dt="2026-04-24T02:24:16.430" v="208" actId="123"/>
          <ac:spMkLst>
            <pc:docMk/>
            <pc:sldMk cId="2064592768" sldId="259"/>
            <ac:spMk id="2" creationId="{5CF5F86F-3D1B-B25E-F21C-A7EF54C7674D}"/>
          </ac:spMkLst>
        </pc:spChg>
        <pc:spChg chg="add mod">
          <ac:chgData name="DANIEL ALBERTO PEREZ MORERA" userId="b71f61fa-2a10-40af-a76c-06b5b43d475d" providerId="ADAL" clId="{CCE38196-6549-48A5-B8F0-4FE1DF2DB2E5}" dt="2026-04-24T02:24:18.737" v="209" actId="123"/>
          <ac:spMkLst>
            <pc:docMk/>
            <pc:sldMk cId="2064592768" sldId="259"/>
            <ac:spMk id="3" creationId="{CDB65C46-4DA6-2595-9B9B-E460929B531C}"/>
          </ac:spMkLst>
        </pc:spChg>
        <pc:picChg chg="add mod">
          <ac:chgData name="DANIEL ALBERTO PEREZ MORERA" userId="b71f61fa-2a10-40af-a76c-06b5b43d475d" providerId="ADAL" clId="{CCE38196-6549-48A5-B8F0-4FE1DF2DB2E5}" dt="2026-04-05T22:44:18.542" v="84"/>
          <ac:picMkLst>
            <pc:docMk/>
            <pc:sldMk cId="2064592768" sldId="259"/>
            <ac:picMk id="4" creationId="{23212086-6213-9E30-BB35-124A835A7B64}"/>
          </ac:picMkLst>
        </pc:picChg>
      </pc:sldChg>
      <pc:sldChg chg="new del">
        <pc:chgData name="DANIEL ALBERTO PEREZ MORERA" userId="b71f61fa-2a10-40af-a76c-06b5b43d475d" providerId="ADAL" clId="{CCE38196-6549-48A5-B8F0-4FE1DF2DB2E5}" dt="2026-04-24T02:24:49.314" v="214" actId="47"/>
        <pc:sldMkLst>
          <pc:docMk/>
          <pc:sldMk cId="4153439104" sldId="260"/>
        </pc:sldMkLst>
      </pc:sldChg>
      <pc:sldChg chg="delSp modSp add mod ord setBg delDesignElem">
        <pc:chgData name="DANIEL ALBERTO PEREZ MORERA" userId="b71f61fa-2a10-40af-a76c-06b5b43d475d" providerId="ADAL" clId="{CCE38196-6549-48A5-B8F0-4FE1DF2DB2E5}" dt="2026-04-24T02:24:12.271" v="207" actId="20577"/>
        <pc:sldMkLst>
          <pc:docMk/>
          <pc:sldMk cId="958965396" sldId="261"/>
        </pc:sldMkLst>
        <pc:spChg chg="mod">
          <ac:chgData name="DANIEL ALBERTO PEREZ MORERA" userId="b71f61fa-2a10-40af-a76c-06b5b43d475d" providerId="ADAL" clId="{CCE38196-6549-48A5-B8F0-4FE1DF2DB2E5}" dt="2026-04-24T02:24:12.271" v="207" actId="20577"/>
          <ac:spMkLst>
            <pc:docMk/>
            <pc:sldMk cId="958965396" sldId="261"/>
            <ac:spMk id="2" creationId="{5255C7A2-C5C7-93E6-08E9-377E143CE9C2}"/>
          </ac:spMkLst>
        </pc:spChg>
        <pc:spChg chg="del">
          <ac:chgData name="DANIEL ALBERTO PEREZ MORERA" userId="b71f61fa-2a10-40af-a76c-06b5b43d475d" providerId="ADAL" clId="{CCE38196-6549-48A5-B8F0-4FE1DF2DB2E5}" dt="2026-04-24T02:13:29.893" v="93"/>
          <ac:spMkLst>
            <pc:docMk/>
            <pc:sldMk cId="958965396" sldId="261"/>
            <ac:spMk id="1028" creationId="{CF6D7B9F-E149-0526-50F7-53E4A6FA4A25}"/>
          </ac:spMkLst>
        </pc:spChg>
        <pc:spChg chg="del">
          <ac:chgData name="DANIEL ALBERTO PEREZ MORERA" userId="b71f61fa-2a10-40af-a76c-06b5b43d475d" providerId="ADAL" clId="{CCE38196-6549-48A5-B8F0-4FE1DF2DB2E5}" dt="2026-04-24T02:13:29.893" v="93"/>
          <ac:spMkLst>
            <pc:docMk/>
            <pc:sldMk cId="958965396" sldId="261"/>
            <ac:spMk id="1031" creationId="{67D24896-6B33-981E-AFC5-7ABC4785D761}"/>
          </ac:spMkLst>
        </pc:spChg>
        <pc:spChg chg="del">
          <ac:chgData name="DANIEL ALBERTO PEREZ MORERA" userId="b71f61fa-2a10-40af-a76c-06b5b43d475d" providerId="ADAL" clId="{CCE38196-6549-48A5-B8F0-4FE1DF2DB2E5}" dt="2026-04-24T02:13:29.893" v="93"/>
          <ac:spMkLst>
            <pc:docMk/>
            <pc:sldMk cId="958965396" sldId="261"/>
            <ac:spMk id="1032" creationId="{2504880D-164C-DD1D-6F86-5DA579CFA121}"/>
          </ac:spMkLst>
        </pc:spChg>
        <pc:spChg chg="del">
          <ac:chgData name="DANIEL ALBERTO PEREZ MORERA" userId="b71f61fa-2a10-40af-a76c-06b5b43d475d" providerId="ADAL" clId="{CCE38196-6549-48A5-B8F0-4FE1DF2DB2E5}" dt="2026-04-24T02:13:29.893" v="93"/>
          <ac:spMkLst>
            <pc:docMk/>
            <pc:sldMk cId="958965396" sldId="261"/>
            <ac:spMk id="1041" creationId="{041DDF8C-A2E5-9854-68DC-D5E30B193ADC}"/>
          </ac:spMkLst>
        </pc:spChg>
        <pc:spChg chg="del">
          <ac:chgData name="DANIEL ALBERTO PEREZ MORERA" userId="b71f61fa-2a10-40af-a76c-06b5b43d475d" providerId="ADAL" clId="{CCE38196-6549-48A5-B8F0-4FE1DF2DB2E5}" dt="2026-04-24T02:13:29.893" v="93"/>
          <ac:spMkLst>
            <pc:docMk/>
            <pc:sldMk cId="958965396" sldId="261"/>
            <ac:spMk id="1043" creationId="{F2014CF0-3A80-7256-2319-4618DC35BAFF}"/>
          </ac:spMkLst>
        </pc:spChg>
        <pc:cxnChg chg="del">
          <ac:chgData name="DANIEL ALBERTO PEREZ MORERA" userId="b71f61fa-2a10-40af-a76c-06b5b43d475d" providerId="ADAL" clId="{CCE38196-6549-48A5-B8F0-4FE1DF2DB2E5}" dt="2026-04-24T02:13:29.893" v="93"/>
          <ac:cxnSpMkLst>
            <pc:docMk/>
            <pc:sldMk cId="958965396" sldId="261"/>
            <ac:cxnSpMk id="1029" creationId="{39417A23-B6F4-E2D3-2D39-4554141106D1}"/>
          </ac:cxnSpMkLst>
        </pc:cxnChg>
        <pc:cxnChg chg="del">
          <ac:chgData name="DANIEL ALBERTO PEREZ MORERA" userId="b71f61fa-2a10-40af-a76c-06b5b43d475d" providerId="ADAL" clId="{CCE38196-6549-48A5-B8F0-4FE1DF2DB2E5}" dt="2026-04-24T02:13:29.893" v="93"/>
          <ac:cxnSpMkLst>
            <pc:docMk/>
            <pc:sldMk cId="958965396" sldId="261"/>
            <ac:cxnSpMk id="1039" creationId="{408C9ED7-0228-63D9-1E00-F4CC6ABFB847}"/>
          </ac:cxnSpMkLst>
        </pc:cxnChg>
      </pc:sldChg>
      <pc:sldChg chg="delSp add del setBg delDesignElem">
        <pc:chgData name="DANIEL ALBERTO PEREZ MORERA" userId="b71f61fa-2a10-40af-a76c-06b5b43d475d" providerId="ADAL" clId="{CCE38196-6549-48A5-B8F0-4FE1DF2DB2E5}" dt="2026-04-24T02:18:54.846" v="133" actId="2696"/>
        <pc:sldMkLst>
          <pc:docMk/>
          <pc:sldMk cId="1791658625" sldId="262"/>
        </pc:sldMkLst>
        <pc:spChg chg="del">
          <ac:chgData name="DANIEL ALBERTO PEREZ MORERA" userId="b71f61fa-2a10-40af-a76c-06b5b43d475d" providerId="ADAL" clId="{CCE38196-6549-48A5-B8F0-4FE1DF2DB2E5}" dt="2026-04-24T02:13:34.512" v="97"/>
          <ac:spMkLst>
            <pc:docMk/>
            <pc:sldMk cId="1791658625" sldId="262"/>
            <ac:spMk id="1028" creationId="{F9711844-9FB1-E1A1-6809-E4AD9BE69649}"/>
          </ac:spMkLst>
        </pc:spChg>
        <pc:spChg chg="del">
          <ac:chgData name="DANIEL ALBERTO PEREZ MORERA" userId="b71f61fa-2a10-40af-a76c-06b5b43d475d" providerId="ADAL" clId="{CCE38196-6549-48A5-B8F0-4FE1DF2DB2E5}" dt="2026-04-24T02:13:34.512" v="97"/>
          <ac:spMkLst>
            <pc:docMk/>
            <pc:sldMk cId="1791658625" sldId="262"/>
            <ac:spMk id="1031" creationId="{183FDA32-56FB-4833-EE3B-862073BA7187}"/>
          </ac:spMkLst>
        </pc:spChg>
        <pc:spChg chg="del">
          <ac:chgData name="DANIEL ALBERTO PEREZ MORERA" userId="b71f61fa-2a10-40af-a76c-06b5b43d475d" providerId="ADAL" clId="{CCE38196-6549-48A5-B8F0-4FE1DF2DB2E5}" dt="2026-04-24T02:13:34.512" v="97"/>
          <ac:spMkLst>
            <pc:docMk/>
            <pc:sldMk cId="1791658625" sldId="262"/>
            <ac:spMk id="1032" creationId="{8ED7BE21-1A6F-B138-9EDF-4B94F26E3AA1}"/>
          </ac:spMkLst>
        </pc:spChg>
        <pc:spChg chg="del">
          <ac:chgData name="DANIEL ALBERTO PEREZ MORERA" userId="b71f61fa-2a10-40af-a76c-06b5b43d475d" providerId="ADAL" clId="{CCE38196-6549-48A5-B8F0-4FE1DF2DB2E5}" dt="2026-04-24T02:13:34.512" v="97"/>
          <ac:spMkLst>
            <pc:docMk/>
            <pc:sldMk cId="1791658625" sldId="262"/>
            <ac:spMk id="1041" creationId="{7125F4B8-9D57-1D9A-6667-CE879AE8C0D8}"/>
          </ac:spMkLst>
        </pc:spChg>
        <pc:spChg chg="del">
          <ac:chgData name="DANIEL ALBERTO PEREZ MORERA" userId="b71f61fa-2a10-40af-a76c-06b5b43d475d" providerId="ADAL" clId="{CCE38196-6549-48A5-B8F0-4FE1DF2DB2E5}" dt="2026-04-24T02:13:34.512" v="97"/>
          <ac:spMkLst>
            <pc:docMk/>
            <pc:sldMk cId="1791658625" sldId="262"/>
            <ac:spMk id="1043" creationId="{62DEBD65-1B9B-D4C3-1603-5746423AB9AB}"/>
          </ac:spMkLst>
        </pc:spChg>
        <pc:cxnChg chg="del">
          <ac:chgData name="DANIEL ALBERTO PEREZ MORERA" userId="b71f61fa-2a10-40af-a76c-06b5b43d475d" providerId="ADAL" clId="{CCE38196-6549-48A5-B8F0-4FE1DF2DB2E5}" dt="2026-04-24T02:13:34.512" v="97"/>
          <ac:cxnSpMkLst>
            <pc:docMk/>
            <pc:sldMk cId="1791658625" sldId="262"/>
            <ac:cxnSpMk id="1029" creationId="{538330EE-B038-32EB-EA21-925F84C11F65}"/>
          </ac:cxnSpMkLst>
        </pc:cxnChg>
        <pc:cxnChg chg="del">
          <ac:chgData name="DANIEL ALBERTO PEREZ MORERA" userId="b71f61fa-2a10-40af-a76c-06b5b43d475d" providerId="ADAL" clId="{CCE38196-6549-48A5-B8F0-4FE1DF2DB2E5}" dt="2026-04-24T02:13:34.512" v="97"/>
          <ac:cxnSpMkLst>
            <pc:docMk/>
            <pc:sldMk cId="1791658625" sldId="262"/>
            <ac:cxnSpMk id="1039" creationId="{BAECA0A2-1A91-F039-9DF2-2444528DF7FC}"/>
          </ac:cxnSpMkLst>
        </pc:cxnChg>
      </pc:sldChg>
      <pc:sldChg chg="modSp add mod ord">
        <pc:chgData name="DANIEL ALBERTO PEREZ MORERA" userId="b71f61fa-2a10-40af-a76c-06b5b43d475d" providerId="ADAL" clId="{CCE38196-6549-48A5-B8F0-4FE1DF2DB2E5}" dt="2026-04-24T02:24:40.231" v="213" actId="20577"/>
        <pc:sldMkLst>
          <pc:docMk/>
          <pc:sldMk cId="3177308429" sldId="263"/>
        </pc:sldMkLst>
        <pc:spChg chg="mod">
          <ac:chgData name="DANIEL ALBERTO PEREZ MORERA" userId="b71f61fa-2a10-40af-a76c-06b5b43d475d" providerId="ADAL" clId="{CCE38196-6549-48A5-B8F0-4FE1DF2DB2E5}" dt="2026-04-24T02:24:40.231" v="213" actId="20577"/>
          <ac:spMkLst>
            <pc:docMk/>
            <pc:sldMk cId="3177308429" sldId="263"/>
            <ac:spMk id="2" creationId="{0D7397CC-15AB-F2B7-31A4-7286C949CE18}"/>
          </ac:spMkLst>
        </pc:spChg>
        <pc:spChg chg="mod">
          <ac:chgData name="DANIEL ALBERTO PEREZ MORERA" userId="b71f61fa-2a10-40af-a76c-06b5b43d475d" providerId="ADAL" clId="{CCE38196-6549-48A5-B8F0-4FE1DF2DB2E5}" dt="2026-04-24T02:24:01.313" v="203" actId="123"/>
          <ac:spMkLst>
            <pc:docMk/>
            <pc:sldMk cId="3177308429" sldId="263"/>
            <ac:spMk id="3" creationId="{CCB6E8EA-5639-5BCA-FDC7-6C6C99407D5A}"/>
          </ac:spMkLst>
        </pc:spChg>
      </pc:sldChg>
      <pc:sldChg chg="new del">
        <pc:chgData name="DANIEL ALBERTO PEREZ MORERA" userId="b71f61fa-2a10-40af-a76c-06b5b43d475d" providerId="ADAL" clId="{CCE38196-6549-48A5-B8F0-4FE1DF2DB2E5}" dt="2026-04-24T02:24:49.314" v="214" actId="47"/>
        <pc:sldMkLst>
          <pc:docMk/>
          <pc:sldMk cId="4179068215" sldId="264"/>
        </pc:sldMkLst>
      </pc:sldChg>
      <pc:sldChg chg="modSp new mod ord">
        <pc:chgData name="DANIEL ALBERTO PEREZ MORERA" userId="b71f61fa-2a10-40af-a76c-06b5b43d475d" providerId="ADAL" clId="{CCE38196-6549-48A5-B8F0-4FE1DF2DB2E5}" dt="2026-04-24T02:23:46.114" v="202" actId="20577"/>
        <pc:sldMkLst>
          <pc:docMk/>
          <pc:sldMk cId="1793747069" sldId="265"/>
        </pc:sldMkLst>
        <pc:spChg chg="mod">
          <ac:chgData name="DANIEL ALBERTO PEREZ MORERA" userId="b71f61fa-2a10-40af-a76c-06b5b43d475d" providerId="ADAL" clId="{CCE38196-6549-48A5-B8F0-4FE1DF2DB2E5}" dt="2026-04-24T02:21:49.323" v="157" actId="113"/>
          <ac:spMkLst>
            <pc:docMk/>
            <pc:sldMk cId="1793747069" sldId="265"/>
            <ac:spMk id="2" creationId="{30FFC8F8-B434-B0E9-25BB-D6D37021911E}"/>
          </ac:spMkLst>
        </pc:spChg>
        <pc:spChg chg="mod">
          <ac:chgData name="DANIEL ALBERTO PEREZ MORERA" userId="b71f61fa-2a10-40af-a76c-06b5b43d475d" providerId="ADAL" clId="{CCE38196-6549-48A5-B8F0-4FE1DF2DB2E5}" dt="2026-04-24T02:23:46.114" v="202" actId="20577"/>
          <ac:spMkLst>
            <pc:docMk/>
            <pc:sldMk cId="1793747069" sldId="265"/>
            <ac:spMk id="3" creationId="{AA964F3E-8E68-1D91-841D-F29A42DA6C7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26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0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88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40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2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35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53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1ECB181-E4EF-43AF-A2BE-59DB96048CA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E48644-95AD-462F-A552-547B008B9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41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51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37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56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1ECB181-E4EF-43AF-A2BE-59DB96048CA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0E48644-95AD-462F-A552-547B008B954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93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DC1A-6045-17E2-6EDD-50C40FEC5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just"/>
            <a:r>
              <a:rPr lang="en-US" dirty="0" err="1"/>
              <a:t>Fundamentos</a:t>
            </a:r>
            <a:r>
              <a:rPr lang="en-US" dirty="0"/>
              <a:t> de </a:t>
            </a:r>
            <a:r>
              <a:rPr lang="en-US" dirty="0" err="1"/>
              <a:t>programación</a:t>
            </a:r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D2767-C243-3E7C-4D5B-39E139A13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dirty="0"/>
              <a:t>Bach. Daniel Pérez Morera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559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D829E218-74FB-4455-98BE-F2C5BA897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7E8D75FD-D4F9-4D11-B70D-82EFCB4CF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029" name="Straight Connector 1028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E75F8FC7-2268-462F-AFF6-A4A975C34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E564E0-A0D3-FE59-048C-A9CA2ACB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000" y="639097"/>
            <a:ext cx="4813072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just"/>
            <a:r>
              <a:rPr lang="en-US" sz="5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¿</a:t>
            </a:r>
            <a:r>
              <a:rPr lang="en-US" sz="5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Qué</a:t>
            </a:r>
            <a:r>
              <a:rPr lang="en-US" sz="5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son </a:t>
            </a:r>
            <a:r>
              <a:rPr lang="en-US" sz="5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los</a:t>
            </a:r>
            <a:r>
              <a:rPr lang="en-US" sz="5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5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lenguajes</a:t>
            </a:r>
            <a:r>
              <a:rPr lang="en-US" sz="5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de </a:t>
            </a:r>
            <a:r>
              <a:rPr lang="en-US" sz="5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programación</a:t>
            </a:r>
            <a:r>
              <a:rPr lang="en-US" sz="5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?</a:t>
            </a:r>
          </a:p>
        </p:txBody>
      </p:sp>
      <p:pic>
        <p:nvPicPr>
          <p:cNvPr id="1026" name="Picture 2" descr="25 Sites Para Aprender Como Programar de Graça | Programação Prática">
            <a:extLst>
              <a:ext uri="{FF2B5EF4-FFF2-40B4-BE49-F238E27FC236}">
                <a16:creationId xmlns:a16="http://schemas.microsoft.com/office/drawing/2014/main" id="{0B43337A-9161-28C4-E3A1-D6CC65CDC9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6" r="22652" b="-2"/>
          <a:stretch>
            <a:fillRect/>
          </a:stretch>
        </p:blipFill>
        <p:spPr bwMode="auto">
          <a:xfrm>
            <a:off x="633999" y="640081"/>
            <a:ext cx="5462001" cy="5054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BEF45B32-FB97-49CC-B778-CA7CF87BE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9D1C364C-8702-4ED9-9D23-41CDB2982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7EE051E9-6C07-4FBB-B4F7-EDF8DDEAA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364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5F86F-3D1B-B25E-F21C-A7EF54C7674D}"/>
              </a:ext>
            </a:extLst>
          </p:cNvPr>
          <p:cNvSpPr txBox="1">
            <a:spLocks/>
          </p:cNvSpPr>
          <p:nvPr/>
        </p:nvSpPr>
        <p:spPr>
          <a:xfrm>
            <a:off x="1076432" y="693323"/>
            <a:ext cx="2961800" cy="170475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R" sz="3700" dirty="0"/>
              <a:t>¿Qué son los l</a:t>
            </a:r>
            <a:r>
              <a:rPr lang="en-US" sz="3700" dirty="0" err="1"/>
              <a:t>enguajes</a:t>
            </a:r>
            <a:r>
              <a:rPr lang="en-US" sz="3700" dirty="0"/>
              <a:t> de </a:t>
            </a:r>
            <a:r>
              <a:rPr lang="en-US" sz="3700" dirty="0" err="1"/>
              <a:t>programación</a:t>
            </a:r>
            <a:r>
              <a:rPr lang="en-US" sz="3700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65C46-4DA6-2595-9B9B-E460929B531C}"/>
              </a:ext>
            </a:extLst>
          </p:cNvPr>
          <p:cNvSpPr txBox="1">
            <a:spLocks/>
          </p:cNvSpPr>
          <p:nvPr/>
        </p:nvSpPr>
        <p:spPr>
          <a:xfrm>
            <a:off x="1076432" y="2398080"/>
            <a:ext cx="2944817" cy="3471013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/>
              <a:t>Un </a:t>
            </a:r>
            <a:r>
              <a:rPr lang="es-ES" b="1" dirty="0"/>
              <a:t>lenguaje de programación</a:t>
            </a:r>
            <a:r>
              <a:rPr lang="es-ES" dirty="0"/>
              <a:t> es una herramienta que permite comunicarse con un ordenador mediante instrucciones específicas para realizar tareas</a:t>
            </a:r>
            <a:endParaRPr lang="en-US" dirty="0"/>
          </a:p>
        </p:txBody>
      </p:sp>
      <p:pic>
        <p:nvPicPr>
          <p:cNvPr id="4" name="Picture 2" descr="25 Sites Para Aprender Como Programar de Graça | Programação Prática">
            <a:extLst>
              <a:ext uri="{FF2B5EF4-FFF2-40B4-BE49-F238E27FC236}">
                <a16:creationId xmlns:a16="http://schemas.microsoft.com/office/drawing/2014/main" id="{23212086-6213-9E30-BB35-124A835A7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3446" y="1173192"/>
            <a:ext cx="6905511" cy="398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4592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D1A66-32FC-1EA3-7F53-73E632CD0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5C7A2-C5C7-93E6-08E9-377E143CE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000" y="639097"/>
            <a:ext cx="4813072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just"/>
            <a:r>
              <a:rPr lang="es-CR" sz="6000" dirty="0"/>
              <a:t>¿</a:t>
            </a:r>
            <a:r>
              <a:rPr lang="en-US" sz="6000" dirty="0" err="1"/>
              <a:t>Qué</a:t>
            </a:r>
            <a:r>
              <a:rPr lang="en-US" sz="6000" dirty="0"/>
              <a:t> es un </a:t>
            </a:r>
            <a:r>
              <a:rPr lang="en-US" sz="6000" dirty="0" err="1"/>
              <a:t>algoritmo</a:t>
            </a:r>
            <a:r>
              <a:rPr lang="en-US" sz="6000" dirty="0"/>
              <a:t>?</a:t>
            </a:r>
            <a:endParaRPr lang="en-US" sz="5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26" name="Picture 2" descr="25 Sites Para Aprender Como Programar de Graça | Programação Prática">
            <a:extLst>
              <a:ext uri="{FF2B5EF4-FFF2-40B4-BE49-F238E27FC236}">
                <a16:creationId xmlns:a16="http://schemas.microsoft.com/office/drawing/2014/main" id="{366F5DBA-3DB9-024D-777F-AEBD57A2065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6" r="22652" b="-2"/>
          <a:stretch>
            <a:fillRect/>
          </a:stretch>
        </p:blipFill>
        <p:spPr bwMode="auto">
          <a:xfrm>
            <a:off x="633999" y="640081"/>
            <a:ext cx="5462001" cy="5054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965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941B4-292C-2E79-3AAD-78CCD00D3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397CC-15AB-F2B7-31A4-7286C949CE18}"/>
              </a:ext>
            </a:extLst>
          </p:cNvPr>
          <p:cNvSpPr txBox="1">
            <a:spLocks/>
          </p:cNvSpPr>
          <p:nvPr/>
        </p:nvSpPr>
        <p:spPr>
          <a:xfrm>
            <a:off x="1076432" y="693323"/>
            <a:ext cx="2961800" cy="170475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R" sz="4000" dirty="0"/>
              <a:t>¿</a:t>
            </a:r>
            <a:r>
              <a:rPr lang="en-US" sz="4000" dirty="0" err="1"/>
              <a:t>Qué</a:t>
            </a:r>
            <a:r>
              <a:rPr lang="en-US" sz="4000" dirty="0"/>
              <a:t> es un </a:t>
            </a:r>
            <a:r>
              <a:rPr lang="en-US" sz="4000" dirty="0" err="1"/>
              <a:t>algoritmo</a:t>
            </a:r>
            <a:r>
              <a:rPr lang="en-US" sz="4000" dirty="0"/>
              <a:t>?</a:t>
            </a:r>
            <a:endParaRPr lang="en-US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6E8EA-5639-5BCA-FDC7-6C6C99407D5A}"/>
              </a:ext>
            </a:extLst>
          </p:cNvPr>
          <p:cNvSpPr txBox="1">
            <a:spLocks/>
          </p:cNvSpPr>
          <p:nvPr/>
        </p:nvSpPr>
        <p:spPr>
          <a:xfrm>
            <a:off x="1076432" y="2398080"/>
            <a:ext cx="2944817" cy="3471013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/>
              <a:t>Un </a:t>
            </a:r>
            <a:r>
              <a:rPr lang="es-ES" b="1" dirty="0"/>
              <a:t>algoritmo</a:t>
            </a:r>
            <a:r>
              <a:rPr lang="es-ES" dirty="0"/>
              <a:t> es un conjunto de pasos ordenados y finitos que se siguen para resolver un problema o realizar una tarea.</a:t>
            </a:r>
          </a:p>
        </p:txBody>
      </p:sp>
      <p:pic>
        <p:nvPicPr>
          <p:cNvPr id="4" name="Picture 2" descr="25 Sites Para Aprender Como Programar de Graça | Programação Prática">
            <a:extLst>
              <a:ext uri="{FF2B5EF4-FFF2-40B4-BE49-F238E27FC236}">
                <a16:creationId xmlns:a16="http://schemas.microsoft.com/office/drawing/2014/main" id="{3E75BCBB-42EE-44A3-B85C-A906D68DC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3446" y="1173192"/>
            <a:ext cx="6905511" cy="398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7308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FC8F8-B434-B0E9-25BB-D6D370219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Actividad 1:</a:t>
            </a:r>
            <a:r>
              <a:rPr lang="es-ES" dirty="0"/>
              <a:t> Construyendo un algoritmo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64F3E-8E68-1D91-841D-F29A42DA6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/>
              <a:t>Escriba un conjunto de pasos detallados para hacer un sándwich. </a:t>
            </a:r>
            <a:br>
              <a:rPr lang="es-ES" dirty="0"/>
            </a:br>
            <a:r>
              <a:rPr lang="es-ES" dirty="0"/>
              <a:t>Debe cumplir con lo siguiente: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dirty="0"/>
              <a:t>Cada paso debe ser claro y específico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dirty="0"/>
              <a:t>No se deben omitir acciones (por pequeñas que parezcan)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dirty="0"/>
              <a:t>Los pasos deben estar en orden lógico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dirty="0"/>
              <a:t>Use verbos de acción (tomar, colocar, abrir, etc.)</a:t>
            </a:r>
          </a:p>
        </p:txBody>
      </p:sp>
    </p:spTree>
    <p:extLst>
      <p:ext uri="{BB962C8B-B14F-4D97-AF65-F5344CB8AC3E}">
        <p14:creationId xmlns:p14="http://schemas.microsoft.com/office/powerpoint/2010/main" val="179374706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</TotalTime>
  <Words>140</Words>
  <Application>Microsoft Office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Calibri Light</vt:lpstr>
      <vt:lpstr>Retrospect</vt:lpstr>
      <vt:lpstr>Fundamentos de programación </vt:lpstr>
      <vt:lpstr>¿Qué son los lenguajes de programación?</vt:lpstr>
      <vt:lpstr>PowerPoint Presentation</vt:lpstr>
      <vt:lpstr>¿Qué es un algoritmo?</vt:lpstr>
      <vt:lpstr>PowerPoint Presentation</vt:lpstr>
      <vt:lpstr>Actividad 1: Construyendo un algoritmo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ALBERTO PEREZ MORERA</dc:creator>
  <cp:lastModifiedBy>DANIEL ALBERTO PEREZ MORERA</cp:lastModifiedBy>
  <cp:revision>1</cp:revision>
  <dcterms:created xsi:type="dcterms:W3CDTF">2026-04-05T22:36:33Z</dcterms:created>
  <dcterms:modified xsi:type="dcterms:W3CDTF">2026-04-24T02:24:57Z</dcterms:modified>
</cp:coreProperties>
</file>