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B39ADA-86F1-47D9-9518-735F9EEB6079}" v="1" dt="2026-04-24T02:11:52.9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custSel addSld delSld modSld sldOrd">
      <pc:chgData name="DANIEL ALBERTO PEREZ MORERA" userId="b71f61fa-2a10-40af-a76c-06b5b43d475d" providerId="ADAL" clId="{CCE38196-6549-48A5-B8F0-4FE1DF2DB2E5}" dt="2026-04-24T02:26:40.225" v="947" actId="123"/>
      <pc:docMkLst>
        <pc:docMk/>
      </pc:docMkLst>
      <pc:sldChg chg="modSp new mod">
        <pc:chgData name="DANIEL ALBERTO PEREZ MORERA" userId="b71f61fa-2a10-40af-a76c-06b5b43d475d" providerId="ADAL" clId="{CCE38196-6549-48A5-B8F0-4FE1DF2DB2E5}" dt="2026-04-24T02:25:29.731" v="934" actId="123"/>
        <pc:sldMkLst>
          <pc:docMk/>
          <pc:sldMk cId="2042292611" sldId="256"/>
        </pc:sldMkLst>
        <pc:spChg chg="mod">
          <ac:chgData name="DANIEL ALBERTO PEREZ MORERA" userId="b71f61fa-2a10-40af-a76c-06b5b43d475d" providerId="ADAL" clId="{CCE38196-6549-48A5-B8F0-4FE1DF2DB2E5}" dt="2026-04-24T02:25:29.731" v="934" actId="123"/>
          <ac:spMkLst>
            <pc:docMk/>
            <pc:sldMk cId="2042292611" sldId="256"/>
            <ac:spMk id="2" creationId="{3EAB6C21-63BF-E1DF-BB45-6EC155A4CF7C}"/>
          </ac:spMkLst>
        </pc:spChg>
        <pc:spChg chg="mod">
          <ac:chgData name="DANIEL ALBERTO PEREZ MORERA" userId="b71f61fa-2a10-40af-a76c-06b5b43d475d" providerId="ADAL" clId="{CCE38196-6549-48A5-B8F0-4FE1DF2DB2E5}" dt="2026-04-05T21:58:35.636" v="44" actId="20577"/>
          <ac:spMkLst>
            <pc:docMk/>
            <pc:sldMk cId="2042292611" sldId="256"/>
            <ac:spMk id="3" creationId="{3697F44F-7F6F-1014-AF22-59CDF38BD610}"/>
          </ac:spMkLst>
        </pc:spChg>
      </pc:sldChg>
      <pc:sldChg chg="addSp delSp modSp new mod ord setBg">
        <pc:chgData name="DANIEL ALBERTO PEREZ MORERA" userId="b71f61fa-2a10-40af-a76c-06b5b43d475d" providerId="ADAL" clId="{CCE38196-6549-48A5-B8F0-4FE1DF2DB2E5}" dt="2026-04-24T02:25:43.370" v="938" actId="20577"/>
        <pc:sldMkLst>
          <pc:docMk/>
          <pc:sldMk cId="2149583089" sldId="259"/>
        </pc:sldMkLst>
        <pc:spChg chg="mod">
          <ac:chgData name="DANIEL ALBERTO PEREZ MORERA" userId="b71f61fa-2a10-40af-a76c-06b5b43d475d" providerId="ADAL" clId="{CCE38196-6549-48A5-B8F0-4FE1DF2DB2E5}" dt="2026-04-24T02:25:34.433" v="935" actId="123"/>
          <ac:spMkLst>
            <pc:docMk/>
            <pc:sldMk cId="2149583089" sldId="259"/>
            <ac:spMk id="2" creationId="{770B2E74-94ED-4845-404A-F9F666BFD3A8}"/>
          </ac:spMkLst>
        </pc:spChg>
        <pc:spChg chg="mod ord">
          <ac:chgData name="DANIEL ALBERTO PEREZ MORERA" userId="b71f61fa-2a10-40af-a76c-06b5b43d475d" providerId="ADAL" clId="{CCE38196-6549-48A5-B8F0-4FE1DF2DB2E5}" dt="2026-04-24T02:25:43.370" v="938" actId="20577"/>
          <ac:spMkLst>
            <pc:docMk/>
            <pc:sldMk cId="2149583089" sldId="259"/>
            <ac:spMk id="3" creationId="{C1C547FB-6B3F-42C3-CDCA-3DE8AFC3F0A1}"/>
          </ac:spMkLst>
        </pc:spChg>
        <pc:picChg chg="add mod">
          <ac:chgData name="DANIEL ALBERTO PEREZ MORERA" userId="b71f61fa-2a10-40af-a76c-06b5b43d475d" providerId="ADAL" clId="{CCE38196-6549-48A5-B8F0-4FE1DF2DB2E5}" dt="2026-04-05T22:09:59.728" v="534" actId="26606"/>
          <ac:picMkLst>
            <pc:docMk/>
            <pc:sldMk cId="2149583089" sldId="259"/>
            <ac:picMk id="9" creationId="{7F27064D-4E6C-C8EA-E72F-BAA9F3691A3B}"/>
          </ac:picMkLst>
        </pc:picChg>
      </pc:sldChg>
      <pc:sldChg chg="modSp new mod">
        <pc:chgData name="DANIEL ALBERTO PEREZ MORERA" userId="b71f61fa-2a10-40af-a76c-06b5b43d475d" providerId="ADAL" clId="{CCE38196-6549-48A5-B8F0-4FE1DF2DB2E5}" dt="2026-04-24T02:26:01.178" v="943" actId="123"/>
        <pc:sldMkLst>
          <pc:docMk/>
          <pc:sldMk cId="803082427" sldId="260"/>
        </pc:sldMkLst>
        <pc:spChg chg="mod">
          <ac:chgData name="DANIEL ALBERTO PEREZ MORERA" userId="b71f61fa-2a10-40af-a76c-06b5b43d475d" providerId="ADAL" clId="{CCE38196-6549-48A5-B8F0-4FE1DF2DB2E5}" dt="2026-04-24T02:25:50.472" v="940" actId="123"/>
          <ac:spMkLst>
            <pc:docMk/>
            <pc:sldMk cId="803082427" sldId="260"/>
            <ac:spMk id="2" creationId="{151188A9-948F-158C-2D85-16D16539AFD2}"/>
          </ac:spMkLst>
        </pc:spChg>
        <pc:spChg chg="mod">
          <ac:chgData name="DANIEL ALBERTO PEREZ MORERA" userId="b71f61fa-2a10-40af-a76c-06b5b43d475d" providerId="ADAL" clId="{CCE38196-6549-48A5-B8F0-4FE1DF2DB2E5}" dt="2026-04-24T02:26:01.178" v="943" actId="123"/>
          <ac:spMkLst>
            <pc:docMk/>
            <pc:sldMk cId="803082427" sldId="260"/>
            <ac:spMk id="3" creationId="{C16471B2-BD14-7F88-09E2-F4014C8FB6F6}"/>
          </ac:spMkLst>
        </pc:spChg>
        <pc:spChg chg="mod">
          <ac:chgData name="DANIEL ALBERTO PEREZ MORERA" userId="b71f61fa-2a10-40af-a76c-06b5b43d475d" providerId="ADAL" clId="{CCE38196-6549-48A5-B8F0-4FE1DF2DB2E5}" dt="2026-04-24T02:25:48.537" v="939" actId="123"/>
          <ac:spMkLst>
            <pc:docMk/>
            <pc:sldMk cId="803082427" sldId="260"/>
            <ac:spMk id="4" creationId="{9B310FA7-0C8A-FDCF-369D-D3001FF08A39}"/>
          </ac:spMkLst>
        </pc:spChg>
        <pc:spChg chg="mod">
          <ac:chgData name="DANIEL ALBERTO PEREZ MORERA" userId="b71f61fa-2a10-40af-a76c-06b5b43d475d" providerId="ADAL" clId="{CCE38196-6549-48A5-B8F0-4FE1DF2DB2E5}" dt="2026-04-24T02:25:58.437" v="942" actId="123"/>
          <ac:spMkLst>
            <pc:docMk/>
            <pc:sldMk cId="803082427" sldId="260"/>
            <ac:spMk id="5" creationId="{A9E50289-C0BA-EC97-4F15-9E25E9A98035}"/>
          </ac:spMkLst>
        </pc:spChg>
        <pc:spChg chg="mod">
          <ac:chgData name="DANIEL ALBERTO PEREZ MORERA" userId="b71f61fa-2a10-40af-a76c-06b5b43d475d" providerId="ADAL" clId="{CCE38196-6549-48A5-B8F0-4FE1DF2DB2E5}" dt="2026-04-24T02:25:56.170" v="941" actId="123"/>
          <ac:spMkLst>
            <pc:docMk/>
            <pc:sldMk cId="803082427" sldId="260"/>
            <ac:spMk id="6" creationId="{FDF7B047-AB92-7A7E-DD9E-879B1A3FBB6B}"/>
          </ac:spMkLst>
        </pc:spChg>
      </pc:sldChg>
      <pc:sldChg chg="modSp new mod">
        <pc:chgData name="DANIEL ALBERTO PEREZ MORERA" userId="b71f61fa-2a10-40af-a76c-06b5b43d475d" providerId="ADAL" clId="{CCE38196-6549-48A5-B8F0-4FE1DF2DB2E5}" dt="2026-04-24T02:26:06.273" v="944" actId="123"/>
        <pc:sldMkLst>
          <pc:docMk/>
          <pc:sldMk cId="918169054" sldId="261"/>
        </pc:sldMkLst>
        <pc:spChg chg="mod">
          <ac:chgData name="DANIEL ALBERTO PEREZ MORERA" userId="b71f61fa-2a10-40af-a76c-06b5b43d475d" providerId="ADAL" clId="{CCE38196-6549-48A5-B8F0-4FE1DF2DB2E5}" dt="2026-04-24T02:26:06.273" v="944" actId="123"/>
          <ac:spMkLst>
            <pc:docMk/>
            <pc:sldMk cId="918169054" sldId="261"/>
            <ac:spMk id="2" creationId="{47651AD5-1E43-227F-8ED0-686D138FA300}"/>
          </ac:spMkLst>
        </pc:spChg>
        <pc:spChg chg="mod">
          <ac:chgData name="DANIEL ALBERTO PEREZ MORERA" userId="b71f61fa-2a10-40af-a76c-06b5b43d475d" providerId="ADAL" clId="{CCE38196-6549-48A5-B8F0-4FE1DF2DB2E5}" dt="2026-04-24T02:26:06.273" v="944" actId="123"/>
          <ac:spMkLst>
            <pc:docMk/>
            <pc:sldMk cId="918169054" sldId="261"/>
            <ac:spMk id="3" creationId="{12BEB223-FE30-9A06-20D9-D5B666923A19}"/>
          </ac:spMkLst>
        </pc:spChg>
        <pc:spChg chg="mod">
          <ac:chgData name="DANIEL ALBERTO PEREZ MORERA" userId="b71f61fa-2a10-40af-a76c-06b5b43d475d" providerId="ADAL" clId="{CCE38196-6549-48A5-B8F0-4FE1DF2DB2E5}" dt="2026-04-24T02:26:06.273" v="944" actId="123"/>
          <ac:spMkLst>
            <pc:docMk/>
            <pc:sldMk cId="918169054" sldId="261"/>
            <ac:spMk id="4" creationId="{F02EA914-3189-D2A3-4AD4-58ADB1076291}"/>
          </ac:spMkLst>
        </pc:spChg>
        <pc:spChg chg="mod">
          <ac:chgData name="DANIEL ALBERTO PEREZ MORERA" userId="b71f61fa-2a10-40af-a76c-06b5b43d475d" providerId="ADAL" clId="{CCE38196-6549-48A5-B8F0-4FE1DF2DB2E5}" dt="2026-04-24T02:26:06.273" v="944" actId="123"/>
          <ac:spMkLst>
            <pc:docMk/>
            <pc:sldMk cId="918169054" sldId="261"/>
            <ac:spMk id="5" creationId="{311C2515-747D-072B-E255-00D035AC6259}"/>
          </ac:spMkLst>
        </pc:spChg>
        <pc:spChg chg="mod">
          <ac:chgData name="DANIEL ALBERTO PEREZ MORERA" userId="b71f61fa-2a10-40af-a76c-06b5b43d475d" providerId="ADAL" clId="{CCE38196-6549-48A5-B8F0-4FE1DF2DB2E5}" dt="2026-04-24T02:26:06.273" v="944" actId="123"/>
          <ac:spMkLst>
            <pc:docMk/>
            <pc:sldMk cId="918169054" sldId="261"/>
            <ac:spMk id="6" creationId="{91D8A3E0-C07F-AAED-68B4-9921F6321F93}"/>
          </ac:spMkLst>
        </pc:spChg>
      </pc:sldChg>
      <pc:sldChg chg="modSp new mod">
        <pc:chgData name="DANIEL ALBERTO PEREZ MORERA" userId="b71f61fa-2a10-40af-a76c-06b5b43d475d" providerId="ADAL" clId="{CCE38196-6549-48A5-B8F0-4FE1DF2DB2E5}" dt="2026-04-24T02:26:12.181" v="945" actId="123"/>
        <pc:sldMkLst>
          <pc:docMk/>
          <pc:sldMk cId="3479888029" sldId="262"/>
        </pc:sldMkLst>
        <pc:spChg chg="mod">
          <ac:chgData name="DANIEL ALBERTO PEREZ MORERA" userId="b71f61fa-2a10-40af-a76c-06b5b43d475d" providerId="ADAL" clId="{CCE38196-6549-48A5-B8F0-4FE1DF2DB2E5}" dt="2026-04-05T22:25:12.483" v="668"/>
          <ac:spMkLst>
            <pc:docMk/>
            <pc:sldMk cId="3479888029" sldId="262"/>
            <ac:spMk id="2" creationId="{A6478392-C2C2-8B1D-70D0-456FD1A57112}"/>
          </ac:spMkLst>
        </pc:spChg>
        <pc:spChg chg="mod">
          <ac:chgData name="DANIEL ALBERTO PEREZ MORERA" userId="b71f61fa-2a10-40af-a76c-06b5b43d475d" providerId="ADAL" clId="{CCE38196-6549-48A5-B8F0-4FE1DF2DB2E5}" dt="2026-04-24T02:26:12.181" v="945" actId="123"/>
          <ac:spMkLst>
            <pc:docMk/>
            <pc:sldMk cId="3479888029" sldId="262"/>
            <ac:spMk id="3" creationId="{7810D7A4-AE60-808E-50AC-7DCE6AE769B6}"/>
          </ac:spMkLst>
        </pc:spChg>
        <pc:spChg chg="mod">
          <ac:chgData name="DANIEL ALBERTO PEREZ MORERA" userId="b71f61fa-2a10-40af-a76c-06b5b43d475d" providerId="ADAL" clId="{CCE38196-6549-48A5-B8F0-4FE1DF2DB2E5}" dt="2026-04-24T02:26:12.181" v="945" actId="123"/>
          <ac:spMkLst>
            <pc:docMk/>
            <pc:sldMk cId="3479888029" sldId="262"/>
            <ac:spMk id="4" creationId="{CAF081E6-2FD6-E20D-EC6B-D9E46C70C236}"/>
          </ac:spMkLst>
        </pc:spChg>
      </pc:sldChg>
      <pc:sldChg chg="addSp delSp modSp new mod">
        <pc:chgData name="DANIEL ALBERTO PEREZ MORERA" userId="b71f61fa-2a10-40af-a76c-06b5b43d475d" providerId="ADAL" clId="{CCE38196-6549-48A5-B8F0-4FE1DF2DB2E5}" dt="2026-04-24T02:26:16.556" v="946" actId="123"/>
        <pc:sldMkLst>
          <pc:docMk/>
          <pc:sldMk cId="311707559" sldId="263"/>
        </pc:sldMkLst>
        <pc:spChg chg="mod">
          <ac:chgData name="DANIEL ALBERTO PEREZ MORERA" userId="b71f61fa-2a10-40af-a76c-06b5b43d475d" providerId="ADAL" clId="{CCE38196-6549-48A5-B8F0-4FE1DF2DB2E5}" dt="2026-04-24T02:26:16.556" v="946" actId="123"/>
          <ac:spMkLst>
            <pc:docMk/>
            <pc:sldMk cId="311707559" sldId="263"/>
            <ac:spMk id="2" creationId="{4AF246E8-5786-9EFA-6288-C073060E3C66}"/>
          </ac:spMkLst>
        </pc:spChg>
        <pc:spChg chg="mod">
          <ac:chgData name="DANIEL ALBERTO PEREZ MORERA" userId="b71f61fa-2a10-40af-a76c-06b5b43d475d" providerId="ADAL" clId="{CCE38196-6549-48A5-B8F0-4FE1DF2DB2E5}" dt="2026-04-24T02:26:16.556" v="946" actId="123"/>
          <ac:spMkLst>
            <pc:docMk/>
            <pc:sldMk cId="311707559" sldId="263"/>
            <ac:spMk id="3" creationId="{DE39A2D5-6C1B-3958-322A-AE91731A2390}"/>
          </ac:spMkLst>
        </pc:spChg>
        <pc:spChg chg="mod">
          <ac:chgData name="DANIEL ALBERTO PEREZ MORERA" userId="b71f61fa-2a10-40af-a76c-06b5b43d475d" providerId="ADAL" clId="{CCE38196-6549-48A5-B8F0-4FE1DF2DB2E5}" dt="2026-04-24T02:26:16.556" v="946" actId="123"/>
          <ac:spMkLst>
            <pc:docMk/>
            <pc:sldMk cId="311707559" sldId="263"/>
            <ac:spMk id="4" creationId="{A52ED5C7-7024-8CBF-98C5-5EFCD8C2342B}"/>
          </ac:spMkLst>
        </pc:spChg>
        <pc:spChg chg="mod">
          <ac:chgData name="DANIEL ALBERTO PEREZ MORERA" userId="b71f61fa-2a10-40af-a76c-06b5b43d475d" providerId="ADAL" clId="{CCE38196-6549-48A5-B8F0-4FE1DF2DB2E5}" dt="2026-04-24T02:26:16.556" v="946" actId="123"/>
          <ac:spMkLst>
            <pc:docMk/>
            <pc:sldMk cId="311707559" sldId="263"/>
            <ac:spMk id="5" creationId="{7A0676AC-1D86-41E1-1796-7B44C6990FF4}"/>
          </ac:spMkLst>
        </pc:spChg>
        <pc:graphicFrameChg chg="add mod ord modGraphic">
          <ac:chgData name="DANIEL ALBERTO PEREZ MORERA" userId="b71f61fa-2a10-40af-a76c-06b5b43d475d" providerId="ADAL" clId="{CCE38196-6549-48A5-B8F0-4FE1DF2DB2E5}" dt="2026-04-05T22:33:21.640" v="904" actId="20577"/>
          <ac:graphicFrameMkLst>
            <pc:docMk/>
            <pc:sldMk cId="311707559" sldId="263"/>
            <ac:graphicFrameMk id="7" creationId="{4850EB27-9679-C345-1D9A-EAAF27E1FC20}"/>
          </ac:graphicFrameMkLst>
        </pc:graphicFrameChg>
      </pc:sldChg>
      <pc:sldChg chg="modSp new mod">
        <pc:chgData name="DANIEL ALBERTO PEREZ MORERA" userId="b71f61fa-2a10-40af-a76c-06b5b43d475d" providerId="ADAL" clId="{CCE38196-6549-48A5-B8F0-4FE1DF2DB2E5}" dt="2026-04-24T02:26:40.225" v="947" actId="123"/>
        <pc:sldMkLst>
          <pc:docMk/>
          <pc:sldMk cId="4128141299" sldId="264"/>
        </pc:sldMkLst>
        <pc:spChg chg="mod">
          <ac:chgData name="DANIEL ALBERTO PEREZ MORERA" userId="b71f61fa-2a10-40af-a76c-06b5b43d475d" providerId="ADAL" clId="{CCE38196-6549-48A5-B8F0-4FE1DF2DB2E5}" dt="2026-04-24T02:26:40.225" v="947" actId="123"/>
          <ac:spMkLst>
            <pc:docMk/>
            <pc:sldMk cId="4128141299" sldId="264"/>
            <ac:spMk id="2" creationId="{C51F2750-49F9-0EEB-8604-20AE393A7335}"/>
          </ac:spMkLst>
        </pc:spChg>
        <pc:spChg chg="mod">
          <ac:chgData name="DANIEL ALBERTO PEREZ MORERA" userId="b71f61fa-2a10-40af-a76c-06b5b43d475d" providerId="ADAL" clId="{CCE38196-6549-48A5-B8F0-4FE1DF2DB2E5}" dt="2026-04-24T02:26:40.225" v="947" actId="123"/>
          <ac:spMkLst>
            <pc:docMk/>
            <pc:sldMk cId="4128141299" sldId="264"/>
            <ac:spMk id="3" creationId="{0FAE284B-8BDD-9405-6C26-137A0AF5BD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0098-AECF-4F6D-93E6-2DCF5F8F4D9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F6BF-7490-47F5-9E6E-DC147C1B459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055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0098-AECF-4F6D-93E6-2DCF5F8F4D9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F6BF-7490-47F5-9E6E-DC147C1B4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5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0098-AECF-4F6D-93E6-2DCF5F8F4D9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F6BF-7490-47F5-9E6E-DC147C1B459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63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0098-AECF-4F6D-93E6-2DCF5F8F4D9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F6BF-7490-47F5-9E6E-DC147C1B4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2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0098-AECF-4F6D-93E6-2DCF5F8F4D9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F6BF-7490-47F5-9E6E-DC147C1B4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3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0098-AECF-4F6D-93E6-2DCF5F8F4D9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F6BF-7490-47F5-9E6E-DC147C1B4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0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0098-AECF-4F6D-93E6-2DCF5F8F4D9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F6BF-7490-47F5-9E6E-DC147C1B4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CA10098-AECF-4F6D-93E6-2DCF5F8F4D9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BCF6BF-7490-47F5-9E6E-DC147C1B4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0098-AECF-4F6D-93E6-2DCF5F8F4D9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F6BF-7490-47F5-9E6E-DC147C1B4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55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0098-AECF-4F6D-93E6-2DCF5F8F4D9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F6BF-7490-47F5-9E6E-DC147C1B4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40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0098-AECF-4F6D-93E6-2DCF5F8F4D9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F6BF-7490-47F5-9E6E-DC147C1B4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9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CA10098-AECF-4F6D-93E6-2DCF5F8F4D9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BCF6BF-7490-47F5-9E6E-DC147C1B459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089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aniel.perezmorera@ucr.ac.cr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B6C21-63BF-E1DF-BB45-6EC155A4C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s-ES" dirty="0"/>
              <a:t>FUNDAMENTOS DE PROGRAMACION EN PYTHON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7F44F-7F6F-1014-AF22-59CDF38BD6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Bach. Daniel </a:t>
            </a:r>
            <a:r>
              <a:rPr lang="es-CR" dirty="0"/>
              <a:t>Pérez Morera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292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2E74-94ED-4845-404A-F9F666BF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CR" dirty="0"/>
              <a:t>Bach. Daniel Pérez Morera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547FB-6B3F-42C3-CDCA-3DE8AFC3F0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1" algn="just">
              <a:buFont typeface="Arial" panose="020B0604020202020204" pitchFamily="34" charset="0"/>
              <a:buChar char="•"/>
            </a:pPr>
            <a:r>
              <a:rPr lang="es-CR" dirty="0"/>
              <a:t>Bachillerato en Ciencias de la Computación e Informática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CR" dirty="0"/>
              <a:t>Maestría en Computación e Informática (2 años)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CR" dirty="0"/>
              <a:t>Investigador del </a:t>
            </a:r>
            <a:r>
              <a:rPr lang="es-ES" dirty="0"/>
              <a:t>Centro de Investigaciones en Tecnologías de la Información y Comunicación (CITIC)</a:t>
            </a:r>
            <a:endParaRPr lang="es-CR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CR" dirty="0"/>
              <a:t>Correo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daniel.perezmorera@ucr.ac.cr</a:t>
            </a:r>
            <a:endParaRPr lang="en-US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Telegram: daperez01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F27064D-4E6C-C8EA-E72F-BAA9F3691A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9365" t="10794" r="10159" b="10317"/>
          <a:stretch>
            <a:fillRect/>
          </a:stretch>
        </p:blipFill>
        <p:spPr>
          <a:xfrm>
            <a:off x="6634976" y="1846263"/>
            <a:ext cx="4103649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83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188A9-948F-158C-2D85-16D16539A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DESCRIPCIÓN </a:t>
            </a:r>
            <a:r>
              <a:rPr lang="es-CR" dirty="0"/>
              <a:t>&amp;</a:t>
            </a:r>
            <a:r>
              <a:rPr lang="en-US" dirty="0"/>
              <a:t> CARACTERÍSTICAS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471B2-BD14-7F88-09E2-F4014C8FB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DESCRIPCIÓN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10FA7-0C8A-FDCF-369D-D3001FF08A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ES" dirty="0"/>
              <a:t>Este curso guía a las personas participantes en el proceso de aprender conceptos básicos de programación utilizando Python, enfocado en desarrollar pensamiento lógico y habilidades técnicas iniciales.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50289-C0BA-EC97-4F15-9E25E9A98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just"/>
            <a:r>
              <a:rPr lang="en-US" dirty="0"/>
              <a:t>CARACTERÍSTICAS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F7B047-AB92-7A7E-DD9E-879B1A3FBB6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Tipo de curso: Teórico práctico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Modalidad: Presencial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Duración: 30 horas – 3 horas de clase por sesión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Tipo: Aprovechamiento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Cantidad de sesiones: 10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Periodo de ejecución: 10 semanas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Horario: Sábados por la mañana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Plataforma de e-learning: UCR Global: https://global.ucr.ac.cr/user/index.php?id=1732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Consulta: Presencial y asincrónica a través de la plataforma de e-learning </a:t>
            </a:r>
          </a:p>
        </p:txBody>
      </p:sp>
    </p:spTree>
    <p:extLst>
      <p:ext uri="{BB962C8B-B14F-4D97-AF65-F5344CB8AC3E}">
        <p14:creationId xmlns:p14="http://schemas.microsoft.com/office/powerpoint/2010/main" val="803082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51AD5-1E43-227F-8ED0-686D138F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Objetivos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EB223-FE30-9A06-20D9-D5B666923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GENERAL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EA914-3189-D2A3-4AD4-58ADB10762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s-ES" dirty="0"/>
              <a:t>Desarrollar habilidades básicas de programación que permitan continuar estudios en desarrollo de software, análisis de datos o automatización. El curso provee formación básica en programación y construcción de algoritmos y de programas, para la resolución de problemas.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C2515-747D-072B-E255-00D035AC6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just"/>
            <a:r>
              <a:rPr lang="en-US" dirty="0"/>
              <a:t>ESPECÍFICOS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8A3E0-C07F-AAED-68B4-9921F6321F9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Diseñar, organizar e implementar algoritmos para resolver problemas.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Usar un ambiente de programación para la edición, prueba y depuración de programas.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Aplicar buenas prácticas de desarrollo de software, análisis de datos o automatización.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16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78392-C2C2-8B1D-70D0-456FD1A57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CONTENIDOS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D7A4-AE60-808E-50AC-7DCE6AE769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Fundamentos de programación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Lenguajes de programación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Algoritmos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Introducción a Python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Instalación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Uso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Manejo de datos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Variables y tipos de datos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Valores de texto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Valores numéricos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Valores booleanos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Expresiones y operadores básicos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Entrada y salida básica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Estructuras de control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Uso de condicionales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Uso de ciclos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081E6-2FD6-E20D-EC6B-D9E46C70C2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Manejo de archivos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Apertura de archivos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Operaciones de lectura y escritura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Borrado de archivos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Funciones o Creación de funciones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Uso de parámetros y argumentos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Módulos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Creación de módulos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Utilización de módulos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Clases y objetos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Creación y uso de clases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Creación y uso de objetos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Creación de métodos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Programación avanzada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Introducción al análisis de datos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Introducción a la automatización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s-ES" dirty="0"/>
              <a:t>Introducción al desarrollo de aplicaciones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888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46E8-5786-9EFA-6288-C073060E3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METODOLOGÍA &amp; EVALUACIÓN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9A2D5-6C1B-3958-322A-AE91731A2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METODOLOGÍA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ED5C7-7024-8CBF-98C5-5EFCD8C234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s-ES" dirty="0"/>
              <a:t>La metodología del curso se compone de sesiones magistrales cortas introductorias y sesiones prácticas de trabajo. El curso se desarrolla aplicando la metodología aprender haciendo, para lo cual se aplica el aprendizaje basado en problemas y la resolución de casos.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676AC-1D86-41E1-1796-7B44C6990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just"/>
            <a:r>
              <a:rPr lang="en-US" dirty="0"/>
              <a:t>EVALUACIÓN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50EB27-9679-C345-1D9A-EAAF27E1FC2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603732999"/>
              </p:ext>
            </p:extLst>
          </p:nvPr>
        </p:nvGraphicFramePr>
        <p:xfrm>
          <a:off x="6218238" y="2582863"/>
          <a:ext cx="4937124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84248">
                  <a:extLst>
                    <a:ext uri="{9D8B030D-6E8A-4147-A177-3AD203B41FA5}">
                      <a16:colId xmlns:a16="http://schemas.microsoft.com/office/drawing/2014/main" val="2492003757"/>
                    </a:ext>
                  </a:extLst>
                </a:gridCol>
                <a:gridCol w="2152876">
                  <a:extLst>
                    <a:ext uri="{9D8B030D-6E8A-4147-A177-3AD203B41FA5}">
                      <a16:colId xmlns:a16="http://schemas.microsoft.com/office/drawing/2014/main" val="268782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Actividades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clase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20%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270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Primera </a:t>
                      </a:r>
                      <a:r>
                        <a:rPr lang="en-US" dirty="0" err="1"/>
                        <a:t>prueba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práctica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20%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706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Segunda </a:t>
                      </a:r>
                      <a:r>
                        <a:rPr lang="en-US" dirty="0" err="1"/>
                        <a:t>prueba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práctica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20%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Proyecto del </a:t>
                      </a:r>
                      <a:r>
                        <a:rPr lang="en-US" dirty="0" err="1"/>
                        <a:t>curso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40%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716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0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2750-49F9-0EEB-8604-20AE393A7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E284B-8BDD-9405-6C26-137A0AF5B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/>
              <a:t>Academia W3Schools para </a:t>
            </a:r>
            <a:r>
              <a:rPr lang="en-US" sz="2400" dirty="0" err="1"/>
              <a:t>lenguaje</a:t>
            </a:r>
            <a:r>
              <a:rPr lang="en-US" sz="2400" dirty="0"/>
              <a:t> Python: https://www.w3schools.com/Python/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/>
              <a:t>Guttag, John V. “Introduction to Computation and Programming Using Python: With Application to Understanding Data”, 2nd edition, The MIT Press, 2016.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Langtangen</a:t>
            </a:r>
            <a:r>
              <a:rPr lang="en-US" sz="2400" dirty="0"/>
              <a:t>, Hans Petter. “A Primer on Scientific Programming with Python”, 5th edition, Springer Berlin Heidelberg, 2016. </a:t>
            </a:r>
          </a:p>
        </p:txBody>
      </p:sp>
    </p:spTree>
    <p:extLst>
      <p:ext uri="{BB962C8B-B14F-4D97-AF65-F5344CB8AC3E}">
        <p14:creationId xmlns:p14="http://schemas.microsoft.com/office/powerpoint/2010/main" val="41281412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</TotalTime>
  <Words>501</Words>
  <Application>Microsoft Office PowerPoint</Application>
  <PresentationFormat>Widescreen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Retrospect</vt:lpstr>
      <vt:lpstr>FUNDAMENTOS DE PROGRAMACION EN PYTHON</vt:lpstr>
      <vt:lpstr>Bach. Daniel Pérez Morera</vt:lpstr>
      <vt:lpstr>DESCRIPCIÓN &amp; CARACTERÍSTICAS</vt:lpstr>
      <vt:lpstr>Objetivos</vt:lpstr>
      <vt:lpstr>CONTENIDOS</vt:lpstr>
      <vt:lpstr>METODOLOGÍA &amp; EVALUACIÓN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PEREZ MORERA</dc:creator>
  <cp:lastModifiedBy>DANIEL ALBERTO PEREZ MORERA</cp:lastModifiedBy>
  <cp:revision>1</cp:revision>
  <dcterms:created xsi:type="dcterms:W3CDTF">2026-04-05T21:54:01Z</dcterms:created>
  <dcterms:modified xsi:type="dcterms:W3CDTF">2026-04-24T02:26:43Z</dcterms:modified>
</cp:coreProperties>
</file>