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9" r:id="rId3"/>
    <p:sldId id="270" r:id="rId4"/>
    <p:sldId id="271" r:id="rId5"/>
    <p:sldId id="272" r:id="rId6"/>
    <p:sldId id="274" r:id="rId7"/>
    <p:sldId id="273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5-06T19:44:47.312" v="1162" actId="20577"/>
      <pc:docMkLst>
        <pc:docMk/>
      </pc:docMkLst>
      <pc:sldChg chg="modSp new mod">
        <pc:chgData name="DANIEL ALBERTO PEREZ MORERA" userId="b71f61fa-2a10-40af-a76c-06b5b43d475d" providerId="ADAL" clId="{CCE38196-6549-48A5-B8F0-4FE1DF2DB2E5}" dt="2026-04-24T02:54:34.164" v="415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4-24T02:54:34.164" v="415"/>
          <ac:spMkLst>
            <pc:docMk/>
            <pc:sldMk cId="1807559037" sldId="256"/>
            <ac:spMk id="2" creationId="{1D8FDC1A-6045-17E2-6EDD-50C40FEC50CB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4-24T03:14:08.645" v="623" actId="113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4-24T03:14:08.645" v="623" actId="113"/>
          <ac:spMkLst>
            <pc:docMk/>
            <pc:sldMk cId="1885970478" sldId="269"/>
            <ac:spMk id="2" creationId="{CFC98DB1-9D18-44EB-3FAD-115B8F760B2F}"/>
          </ac:spMkLst>
        </pc:spChg>
        <pc:spChg chg="mod">
          <ac:chgData name="DANIEL ALBERTO PEREZ MORERA" userId="b71f61fa-2a10-40af-a76c-06b5b43d475d" providerId="ADAL" clId="{CCE38196-6549-48A5-B8F0-4FE1DF2DB2E5}" dt="2026-04-24T03:04:09.759" v="492" actId="1076"/>
          <ac:spMkLst>
            <pc:docMk/>
            <pc:sldMk cId="1885970478" sldId="269"/>
            <ac:spMk id="3" creationId="{E6227F29-732F-EF7E-CD5E-C4A84CF128FE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8" creationId="{3741B58E-3B65-4A01-A276-975AB2CF8A08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10" creationId="{7AAC67C3-831B-4AB1-A259-DFB839CAFAFC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12" creationId="{054B3F04-9EAC-45C0-B3CE-0387EEA10A0C}"/>
          </ac:spMkLst>
        </pc:spChg>
        <pc:picChg chg="add mod">
          <ac:chgData name="DANIEL ALBERTO PEREZ MORERA" userId="b71f61fa-2a10-40af-a76c-06b5b43d475d" providerId="ADAL" clId="{CCE38196-6549-48A5-B8F0-4FE1DF2DB2E5}" dt="2026-04-24T03:04:13.029" v="493" actId="1076"/>
          <ac:picMkLst>
            <pc:docMk/>
            <pc:sldMk cId="1885970478" sldId="269"/>
            <ac:picMk id="5" creationId="{C3648D67-443F-2668-53E2-F45BB2D0A956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4-24T06:11:12.367" v="854" actId="1076"/>
        <pc:sldMkLst>
          <pc:docMk/>
          <pc:sldMk cId="1110555708" sldId="270"/>
        </pc:sldMkLst>
        <pc:spChg chg="mod">
          <ac:chgData name="DANIEL ALBERTO PEREZ MORERA" userId="b71f61fa-2a10-40af-a76c-06b5b43d475d" providerId="ADAL" clId="{CCE38196-6549-48A5-B8F0-4FE1DF2DB2E5}" dt="2026-04-24T03:14:14.054" v="625" actId="113"/>
          <ac:spMkLst>
            <pc:docMk/>
            <pc:sldMk cId="1110555708" sldId="270"/>
            <ac:spMk id="2" creationId="{35EDF6E0-3FF3-4D97-857C-196D7A6B7A5F}"/>
          </ac:spMkLst>
        </pc:spChg>
        <pc:spChg chg="add del">
          <ac:chgData name="DANIEL ALBERTO PEREZ MORERA" userId="b71f61fa-2a10-40af-a76c-06b5b43d475d" providerId="ADAL" clId="{CCE38196-6549-48A5-B8F0-4FE1DF2DB2E5}" dt="2026-04-24T03:13:57.634" v="620" actId="26606"/>
          <ac:spMkLst>
            <pc:docMk/>
            <pc:sldMk cId="1110555708" sldId="270"/>
            <ac:spMk id="8" creationId="{C1E84934-A39B-36BE-5B13-A9FEE7A369FA}"/>
          </ac:spMkLst>
        </pc:spChg>
        <pc:spChg chg="add del">
          <ac:chgData name="DANIEL ALBERTO PEREZ MORERA" userId="b71f61fa-2a10-40af-a76c-06b5b43d475d" providerId="ADAL" clId="{CCE38196-6549-48A5-B8F0-4FE1DF2DB2E5}" dt="2026-04-24T03:13:57.634" v="620" actId="26606"/>
          <ac:spMkLst>
            <pc:docMk/>
            <pc:sldMk cId="1110555708" sldId="270"/>
            <ac:spMk id="10" creationId="{7D69B7DE-2CD5-876F-E9B1-948438735B4F}"/>
          </ac:spMkLst>
        </pc:spChg>
        <pc:spChg chg="add del">
          <ac:chgData name="DANIEL ALBERTO PEREZ MORERA" userId="b71f61fa-2a10-40af-a76c-06b5b43d475d" providerId="ADAL" clId="{CCE38196-6549-48A5-B8F0-4FE1DF2DB2E5}" dt="2026-04-24T03:13:57.634" v="620" actId="26606"/>
          <ac:spMkLst>
            <pc:docMk/>
            <pc:sldMk cId="1110555708" sldId="270"/>
            <ac:spMk id="12" creationId="{4B12CA7E-3BF8-54C9-433E-92ADB249A443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4-24T06:11:12.367" v="854" actId="1076"/>
          <ac:graphicFrameMkLst>
            <pc:docMk/>
            <pc:sldMk cId="1110555708" sldId="270"/>
            <ac:graphicFrameMk id="7" creationId="{355AA31D-313D-63E5-A0E8-CBBFECFBB97C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4-24T05:54:02.669" v="760" actId="14734"/>
        <pc:sldMkLst>
          <pc:docMk/>
          <pc:sldMk cId="2924634673" sldId="271"/>
        </pc:sldMkLst>
        <pc:spChg chg="mod">
          <ac:chgData name="DANIEL ALBERTO PEREZ MORERA" userId="b71f61fa-2a10-40af-a76c-06b5b43d475d" providerId="ADAL" clId="{CCE38196-6549-48A5-B8F0-4FE1DF2DB2E5}" dt="2026-04-24T05:50:28.949" v="725"/>
          <ac:spMkLst>
            <pc:docMk/>
            <pc:sldMk cId="2924634673" sldId="271"/>
            <ac:spMk id="2" creationId="{A2DE8499-2C50-3A29-9C2B-77B0E3147D90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4-24T05:54:02.669" v="760" actId="14734"/>
          <ac:graphicFrameMkLst>
            <pc:docMk/>
            <pc:sldMk cId="2924634673" sldId="271"/>
            <ac:graphicFrameMk id="4" creationId="{173C9BF9-6180-421C-03E4-FD755BCEB40B}"/>
          </ac:graphicFrameMkLst>
        </pc:graphicFrameChg>
      </pc:sldChg>
      <pc:sldChg chg="modSp add mod">
        <pc:chgData name="DANIEL ALBERTO PEREZ MORERA" userId="b71f61fa-2a10-40af-a76c-06b5b43d475d" providerId="ADAL" clId="{CCE38196-6549-48A5-B8F0-4FE1DF2DB2E5}" dt="2026-04-24T05:55:33.314" v="771" actId="1076"/>
        <pc:sldMkLst>
          <pc:docMk/>
          <pc:sldMk cId="1740098146" sldId="272"/>
        </pc:sldMkLst>
        <pc:spChg chg="mod">
          <ac:chgData name="DANIEL ALBERTO PEREZ MORERA" userId="b71f61fa-2a10-40af-a76c-06b5b43d475d" providerId="ADAL" clId="{CCE38196-6549-48A5-B8F0-4FE1DF2DB2E5}" dt="2026-04-24T05:53:35.023" v="754" actId="113"/>
          <ac:spMkLst>
            <pc:docMk/>
            <pc:sldMk cId="1740098146" sldId="272"/>
            <ac:spMk id="2" creationId="{88FAAB60-21CD-3071-FE5A-3ECFF1B7ECA2}"/>
          </ac:spMkLst>
        </pc:spChg>
        <pc:graphicFrameChg chg="mod modGraphic">
          <ac:chgData name="DANIEL ALBERTO PEREZ MORERA" userId="b71f61fa-2a10-40af-a76c-06b5b43d475d" providerId="ADAL" clId="{CCE38196-6549-48A5-B8F0-4FE1DF2DB2E5}" dt="2026-04-24T05:55:33.314" v="771" actId="1076"/>
          <ac:graphicFrameMkLst>
            <pc:docMk/>
            <pc:sldMk cId="1740098146" sldId="272"/>
            <ac:graphicFrameMk id="4" creationId="{7965C1A3-4F7D-9F05-DE9F-7CF4FEEEC949}"/>
          </ac:graphicFrameMkLst>
        </pc:graphicFrameChg>
      </pc:sldChg>
      <pc:sldChg chg="modSp add mod ord">
        <pc:chgData name="DANIEL ALBERTO PEREZ MORERA" userId="b71f61fa-2a10-40af-a76c-06b5b43d475d" providerId="ADAL" clId="{CCE38196-6549-48A5-B8F0-4FE1DF2DB2E5}" dt="2026-04-24T06:06:54.732" v="816"/>
        <pc:sldMkLst>
          <pc:docMk/>
          <pc:sldMk cId="2474678990" sldId="273"/>
        </pc:sldMkLst>
        <pc:spChg chg="mod">
          <ac:chgData name="DANIEL ALBERTO PEREZ MORERA" userId="b71f61fa-2a10-40af-a76c-06b5b43d475d" providerId="ADAL" clId="{CCE38196-6549-48A5-B8F0-4FE1DF2DB2E5}" dt="2026-04-24T06:04:15.884" v="782" actId="1076"/>
          <ac:spMkLst>
            <pc:docMk/>
            <pc:sldMk cId="2474678990" sldId="273"/>
            <ac:spMk id="2" creationId="{AE143B8E-8108-309E-DB4F-F90DBEFB0D62}"/>
          </ac:spMkLst>
        </pc:spChg>
        <pc:graphicFrameChg chg="mod modGraphic">
          <ac:chgData name="DANIEL ALBERTO PEREZ MORERA" userId="b71f61fa-2a10-40af-a76c-06b5b43d475d" providerId="ADAL" clId="{CCE38196-6549-48A5-B8F0-4FE1DF2DB2E5}" dt="2026-04-24T06:06:04.464" v="814" actId="1076"/>
          <ac:graphicFrameMkLst>
            <pc:docMk/>
            <pc:sldMk cId="2474678990" sldId="273"/>
            <ac:graphicFrameMk id="4" creationId="{1EFCB65C-A233-3FB8-63F4-2B9CCC4B25C2}"/>
          </ac:graphicFrameMkLst>
        </pc:graphicFrameChg>
      </pc:sldChg>
      <pc:sldChg chg="add">
        <pc:chgData name="DANIEL ALBERTO PEREZ MORERA" userId="b71f61fa-2a10-40af-a76c-06b5b43d475d" providerId="ADAL" clId="{CCE38196-6549-48A5-B8F0-4FE1DF2DB2E5}" dt="2026-04-24T06:03:50.617" v="779" actId="2890"/>
        <pc:sldMkLst>
          <pc:docMk/>
          <pc:sldMk cId="1211649159" sldId="274"/>
        </pc:sldMkLst>
      </pc:sldChg>
      <pc:sldChg chg="addSp delSp modSp add mod">
        <pc:chgData name="DANIEL ALBERTO PEREZ MORERA" userId="b71f61fa-2a10-40af-a76c-06b5b43d475d" providerId="ADAL" clId="{CCE38196-6549-48A5-B8F0-4FE1DF2DB2E5}" dt="2026-04-24T06:19:48.013" v="999"/>
        <pc:sldMkLst>
          <pc:docMk/>
          <pc:sldMk cId="1773553698" sldId="275"/>
        </pc:sldMkLst>
        <pc:spChg chg="mod">
          <ac:chgData name="DANIEL ALBERTO PEREZ MORERA" userId="b71f61fa-2a10-40af-a76c-06b5b43d475d" providerId="ADAL" clId="{CCE38196-6549-48A5-B8F0-4FE1DF2DB2E5}" dt="2026-04-24T06:17:49.716" v="994" actId="26606"/>
          <ac:spMkLst>
            <pc:docMk/>
            <pc:sldMk cId="1773553698" sldId="275"/>
            <ac:spMk id="2" creationId="{EDE72D7B-F89E-3608-0993-995BED8825FD}"/>
          </ac:spMkLst>
        </pc:spChg>
        <pc:spChg chg="add">
          <ac:chgData name="DANIEL ALBERTO PEREZ MORERA" userId="b71f61fa-2a10-40af-a76c-06b5b43d475d" providerId="ADAL" clId="{CCE38196-6549-48A5-B8F0-4FE1DF2DB2E5}" dt="2026-04-24T06:17:49.716" v="994" actId="26606"/>
          <ac:spMkLst>
            <pc:docMk/>
            <pc:sldMk cId="1773553698" sldId="275"/>
            <ac:spMk id="18" creationId="{103E59AE-44F8-4FB9-BF05-C888FE3E1DFA}"/>
          </ac:spMkLst>
        </pc:spChg>
        <pc:spChg chg="add">
          <ac:chgData name="DANIEL ALBERTO PEREZ MORERA" userId="b71f61fa-2a10-40af-a76c-06b5b43d475d" providerId="ADAL" clId="{CCE38196-6549-48A5-B8F0-4FE1DF2DB2E5}" dt="2026-04-24T06:17:49.716" v="994" actId="26606"/>
          <ac:spMkLst>
            <pc:docMk/>
            <pc:sldMk cId="1773553698" sldId="275"/>
            <ac:spMk id="22" creationId="{3194563F-A66F-4B71-9C8D-5610CF13D6B0}"/>
          </ac:spMkLst>
        </pc:spChg>
        <pc:spChg chg="add">
          <ac:chgData name="DANIEL ALBERTO PEREZ MORERA" userId="b71f61fa-2a10-40af-a76c-06b5b43d475d" providerId="ADAL" clId="{CCE38196-6549-48A5-B8F0-4FE1DF2DB2E5}" dt="2026-04-24T06:17:49.716" v="994" actId="26606"/>
          <ac:spMkLst>
            <pc:docMk/>
            <pc:sldMk cId="1773553698" sldId="275"/>
            <ac:spMk id="24" creationId="{4403595A-19F1-44C4-8C24-6E498B5F72BF}"/>
          </ac:spMkLst>
        </pc:spChg>
        <pc:graphicFrameChg chg="add mod">
          <ac:chgData name="DANIEL ALBERTO PEREZ MORERA" userId="b71f61fa-2a10-40af-a76c-06b5b43d475d" providerId="ADAL" clId="{CCE38196-6549-48A5-B8F0-4FE1DF2DB2E5}" dt="2026-04-24T06:19:48.013" v="999"/>
          <ac:graphicFrameMkLst>
            <pc:docMk/>
            <pc:sldMk cId="1773553698" sldId="275"/>
            <ac:graphicFrameMk id="14" creationId="{70E26A3E-CA8F-EFF0-3BAD-0E2B4A2E5E49}"/>
          </ac:graphicFrameMkLst>
        </pc:graphicFrameChg>
        <pc:cxnChg chg="add">
          <ac:chgData name="DANIEL ALBERTO PEREZ MORERA" userId="b71f61fa-2a10-40af-a76c-06b5b43d475d" providerId="ADAL" clId="{CCE38196-6549-48A5-B8F0-4FE1DF2DB2E5}" dt="2026-04-24T06:17:49.716" v="994" actId="26606"/>
          <ac:cxnSpMkLst>
            <pc:docMk/>
            <pc:sldMk cId="1773553698" sldId="275"/>
            <ac:cxnSpMk id="20" creationId="{2752F38C-F560-47AA-90AD-209F39C04150}"/>
          </ac:cxnSpMkLst>
        </pc:cxnChg>
      </pc:sldChg>
      <pc:sldChg chg="addSp delSp modSp new mod">
        <pc:chgData name="DANIEL ALBERTO PEREZ MORERA" userId="b71f61fa-2a10-40af-a76c-06b5b43d475d" providerId="ADAL" clId="{CCE38196-6549-48A5-B8F0-4FE1DF2DB2E5}" dt="2026-05-06T19:44:47.312" v="1162" actId="20577"/>
        <pc:sldMkLst>
          <pc:docMk/>
          <pc:sldMk cId="1100032990" sldId="276"/>
        </pc:sldMkLst>
        <pc:spChg chg="mod">
          <ac:chgData name="DANIEL ALBERTO PEREZ MORERA" userId="b71f61fa-2a10-40af-a76c-06b5b43d475d" providerId="ADAL" clId="{CCE38196-6549-48A5-B8F0-4FE1DF2DB2E5}" dt="2026-05-06T19:44:47.312" v="1162" actId="20577"/>
          <ac:spMkLst>
            <pc:docMk/>
            <pc:sldMk cId="1100032990" sldId="276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4-24T06:24:37.587" v="1124" actId="6549"/>
          <ac:spMkLst>
            <pc:docMk/>
            <pc:sldMk cId="1100032990" sldId="276"/>
            <ac:spMk id="3" creationId="{8A74FB23-DAA6-14D7-0050-88F3EA357EC9}"/>
          </ac:spMkLst>
        </pc:spChg>
        <pc:spChg chg="mod">
          <ac:chgData name="DANIEL ALBERTO PEREZ MORERA" userId="b71f61fa-2a10-40af-a76c-06b5b43d475d" providerId="ADAL" clId="{CCE38196-6549-48A5-B8F0-4FE1DF2DB2E5}" dt="2026-04-24T14:37:13.256" v="1159" actId="6549"/>
          <ac:spMkLst>
            <pc:docMk/>
            <pc:sldMk cId="1100032990" sldId="276"/>
            <ac:spMk id="4" creationId="{09F7C62D-F815-5F1E-3D89-29B85657B25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C90678-B083-4435-9523-77FE5550A7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8EC7338-CCF4-4C10-9B8F-2463C6FDA765}">
      <dgm:prSet/>
      <dgm:spPr/>
      <dgm:t>
        <a:bodyPr/>
        <a:lstStyle/>
        <a:p>
          <a:r>
            <a:rPr lang="es-ES"/>
            <a:t>La función </a:t>
          </a:r>
          <a:r>
            <a:rPr lang="es-ES" i="1"/>
            <a:t>input()</a:t>
          </a:r>
          <a:r>
            <a:rPr lang="es-ES"/>
            <a:t> permite recibir datos ingresados por el usuario desde el teclado.</a:t>
          </a:r>
          <a:br>
            <a:rPr lang="es-ES"/>
          </a:br>
          <a:r>
            <a:rPr lang="es-ES"/>
            <a:t>El valor ingresado se guarda como texto.</a:t>
          </a:r>
          <a:endParaRPr lang="en-US"/>
        </a:p>
      </dgm:t>
    </dgm:pt>
    <dgm:pt modelId="{3A2C364A-06E7-4A09-8766-31160B04C57A}" type="parTrans" cxnId="{78CE1AB1-B45E-492A-A7AE-527D70CCF7AA}">
      <dgm:prSet/>
      <dgm:spPr/>
      <dgm:t>
        <a:bodyPr/>
        <a:lstStyle/>
        <a:p>
          <a:endParaRPr lang="en-US"/>
        </a:p>
      </dgm:t>
    </dgm:pt>
    <dgm:pt modelId="{E41F3224-EC7E-4A7F-BD4C-6B49B7FF5D57}" type="sibTrans" cxnId="{78CE1AB1-B45E-492A-A7AE-527D70CCF7AA}">
      <dgm:prSet/>
      <dgm:spPr/>
      <dgm:t>
        <a:bodyPr/>
        <a:lstStyle/>
        <a:p>
          <a:endParaRPr lang="en-US"/>
        </a:p>
      </dgm:t>
    </dgm:pt>
    <dgm:pt modelId="{BE466355-2A86-406E-B6C6-6D67EA7B489E}">
      <dgm:prSet/>
      <dgm:spPr/>
      <dgm:t>
        <a:bodyPr/>
        <a:lstStyle/>
        <a:p>
          <a:r>
            <a:rPr lang="es-ES"/>
            <a:t>La función </a:t>
          </a:r>
          <a:r>
            <a:rPr lang="es-ES" i="1"/>
            <a:t>print()</a:t>
          </a:r>
          <a:r>
            <a:rPr lang="es-ES"/>
            <a:t> permite mostrar información o mensajes en la pantalla.</a:t>
          </a:r>
          <a:endParaRPr lang="en-US"/>
        </a:p>
      </dgm:t>
    </dgm:pt>
    <dgm:pt modelId="{DCA8AB81-5B52-477C-87A1-98F7A0330B8D}" type="parTrans" cxnId="{F461C137-6B21-4E53-872E-32B189B8B1DE}">
      <dgm:prSet/>
      <dgm:spPr/>
      <dgm:t>
        <a:bodyPr/>
        <a:lstStyle/>
        <a:p>
          <a:endParaRPr lang="en-US"/>
        </a:p>
      </dgm:t>
    </dgm:pt>
    <dgm:pt modelId="{C523059E-D04B-4EB5-9710-8045CA3C9E6D}" type="sibTrans" cxnId="{F461C137-6B21-4E53-872E-32B189B8B1DE}">
      <dgm:prSet/>
      <dgm:spPr/>
      <dgm:t>
        <a:bodyPr/>
        <a:lstStyle/>
        <a:p>
          <a:endParaRPr lang="en-US"/>
        </a:p>
      </dgm:t>
    </dgm:pt>
    <dgm:pt modelId="{414807BE-9CB1-4D53-954C-A21AF4CDDFCD}" type="pres">
      <dgm:prSet presAssocID="{1BC90678-B083-4435-9523-77FE5550A772}" presName="root" presStyleCnt="0">
        <dgm:presLayoutVars>
          <dgm:dir/>
          <dgm:resizeHandles val="exact"/>
        </dgm:presLayoutVars>
      </dgm:prSet>
      <dgm:spPr/>
    </dgm:pt>
    <dgm:pt modelId="{B034ED55-C36E-454D-92E3-FE7A213305AA}" type="pres">
      <dgm:prSet presAssocID="{58EC7338-CCF4-4C10-9B8F-2463C6FDA765}" presName="compNode" presStyleCnt="0"/>
      <dgm:spPr/>
    </dgm:pt>
    <dgm:pt modelId="{DE7AFF87-7A88-4DE3-A8C2-848AA3DDD6B8}" type="pres">
      <dgm:prSet presAssocID="{58EC7338-CCF4-4C10-9B8F-2463C6FDA765}" presName="bgRect" presStyleLbl="bgShp" presStyleIdx="0" presStyleCnt="2"/>
      <dgm:spPr/>
    </dgm:pt>
    <dgm:pt modelId="{2DF17503-6A2D-499A-85B1-BD7F44E7263A}" type="pres">
      <dgm:prSet presAssocID="{58EC7338-CCF4-4C10-9B8F-2463C6FDA765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board with solid fill"/>
        </a:ext>
      </dgm:extLst>
    </dgm:pt>
    <dgm:pt modelId="{F36AE622-B18C-4981-929F-F1C264832533}" type="pres">
      <dgm:prSet presAssocID="{58EC7338-CCF4-4C10-9B8F-2463C6FDA765}" presName="spaceRect" presStyleCnt="0"/>
      <dgm:spPr/>
    </dgm:pt>
    <dgm:pt modelId="{4F4F7FBF-6CA5-4826-9569-9B07905A8695}" type="pres">
      <dgm:prSet presAssocID="{58EC7338-CCF4-4C10-9B8F-2463C6FDA765}" presName="parTx" presStyleLbl="revTx" presStyleIdx="0" presStyleCnt="2">
        <dgm:presLayoutVars>
          <dgm:chMax val="0"/>
          <dgm:chPref val="0"/>
        </dgm:presLayoutVars>
      </dgm:prSet>
      <dgm:spPr/>
    </dgm:pt>
    <dgm:pt modelId="{04FE0FD6-FBFE-4365-BB87-A3651B4B5E72}" type="pres">
      <dgm:prSet presAssocID="{E41F3224-EC7E-4A7F-BD4C-6B49B7FF5D57}" presName="sibTrans" presStyleCnt="0"/>
      <dgm:spPr/>
    </dgm:pt>
    <dgm:pt modelId="{B3030743-D022-4EC9-8F6C-F47E046551B4}" type="pres">
      <dgm:prSet presAssocID="{BE466355-2A86-406E-B6C6-6D67EA7B489E}" presName="compNode" presStyleCnt="0"/>
      <dgm:spPr/>
    </dgm:pt>
    <dgm:pt modelId="{B2D7530D-4B3D-4715-ADEB-423EB089EE81}" type="pres">
      <dgm:prSet presAssocID="{BE466355-2A86-406E-B6C6-6D67EA7B489E}" presName="bgRect" presStyleLbl="bgShp" presStyleIdx="1" presStyleCnt="2"/>
      <dgm:spPr/>
    </dgm:pt>
    <dgm:pt modelId="{056267EA-77CB-43AE-B931-B5D49197C8F4}" type="pres">
      <dgm:prSet presAssocID="{BE466355-2A86-406E-B6C6-6D67EA7B489E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 with solid fill"/>
        </a:ext>
      </dgm:extLst>
    </dgm:pt>
    <dgm:pt modelId="{1760CB10-1438-4F7D-A679-1985F5B404CF}" type="pres">
      <dgm:prSet presAssocID="{BE466355-2A86-406E-B6C6-6D67EA7B489E}" presName="spaceRect" presStyleCnt="0"/>
      <dgm:spPr/>
    </dgm:pt>
    <dgm:pt modelId="{3C02B988-D288-444F-A491-5BC2AD2CCFD9}" type="pres">
      <dgm:prSet presAssocID="{BE466355-2A86-406E-B6C6-6D67EA7B489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B1FE321-E72C-4C7C-9FEA-56F0C1859669}" type="presOf" srcId="{1BC90678-B083-4435-9523-77FE5550A772}" destId="{414807BE-9CB1-4D53-954C-A21AF4CDDFCD}" srcOrd="0" destOrd="0" presId="urn:microsoft.com/office/officeart/2018/2/layout/IconVerticalSolidList"/>
    <dgm:cxn modelId="{F461C137-6B21-4E53-872E-32B189B8B1DE}" srcId="{1BC90678-B083-4435-9523-77FE5550A772}" destId="{BE466355-2A86-406E-B6C6-6D67EA7B489E}" srcOrd="1" destOrd="0" parTransId="{DCA8AB81-5B52-477C-87A1-98F7A0330B8D}" sibTransId="{C523059E-D04B-4EB5-9710-8045CA3C9E6D}"/>
    <dgm:cxn modelId="{4D04FF37-D448-4957-9BC3-917E857E763B}" type="presOf" srcId="{58EC7338-CCF4-4C10-9B8F-2463C6FDA765}" destId="{4F4F7FBF-6CA5-4826-9569-9B07905A8695}" srcOrd="0" destOrd="0" presId="urn:microsoft.com/office/officeart/2018/2/layout/IconVerticalSolidList"/>
    <dgm:cxn modelId="{76806D50-9882-4A79-8454-7A3D44F60679}" type="presOf" srcId="{BE466355-2A86-406E-B6C6-6D67EA7B489E}" destId="{3C02B988-D288-444F-A491-5BC2AD2CCFD9}" srcOrd="0" destOrd="0" presId="urn:microsoft.com/office/officeart/2018/2/layout/IconVerticalSolidList"/>
    <dgm:cxn modelId="{78CE1AB1-B45E-492A-A7AE-527D70CCF7AA}" srcId="{1BC90678-B083-4435-9523-77FE5550A772}" destId="{58EC7338-CCF4-4C10-9B8F-2463C6FDA765}" srcOrd="0" destOrd="0" parTransId="{3A2C364A-06E7-4A09-8766-31160B04C57A}" sibTransId="{E41F3224-EC7E-4A7F-BD4C-6B49B7FF5D57}"/>
    <dgm:cxn modelId="{4A17C82F-BCDE-436B-9B6F-97EED8EE9E29}" type="presParOf" srcId="{414807BE-9CB1-4D53-954C-A21AF4CDDFCD}" destId="{B034ED55-C36E-454D-92E3-FE7A213305AA}" srcOrd="0" destOrd="0" presId="urn:microsoft.com/office/officeart/2018/2/layout/IconVerticalSolidList"/>
    <dgm:cxn modelId="{D0712E3E-5D45-427E-B6B1-3CCD3C261E6B}" type="presParOf" srcId="{B034ED55-C36E-454D-92E3-FE7A213305AA}" destId="{DE7AFF87-7A88-4DE3-A8C2-848AA3DDD6B8}" srcOrd="0" destOrd="0" presId="urn:microsoft.com/office/officeart/2018/2/layout/IconVerticalSolidList"/>
    <dgm:cxn modelId="{AA32E4D0-3F9B-4F03-941D-2BBCD1674742}" type="presParOf" srcId="{B034ED55-C36E-454D-92E3-FE7A213305AA}" destId="{2DF17503-6A2D-499A-85B1-BD7F44E7263A}" srcOrd="1" destOrd="0" presId="urn:microsoft.com/office/officeart/2018/2/layout/IconVerticalSolidList"/>
    <dgm:cxn modelId="{6705749F-95FF-46DB-9EC9-AAAB515E1840}" type="presParOf" srcId="{B034ED55-C36E-454D-92E3-FE7A213305AA}" destId="{F36AE622-B18C-4981-929F-F1C264832533}" srcOrd="2" destOrd="0" presId="urn:microsoft.com/office/officeart/2018/2/layout/IconVerticalSolidList"/>
    <dgm:cxn modelId="{41B5F67C-DA30-46FB-A2E0-5008501C0DEF}" type="presParOf" srcId="{B034ED55-C36E-454D-92E3-FE7A213305AA}" destId="{4F4F7FBF-6CA5-4826-9569-9B07905A8695}" srcOrd="3" destOrd="0" presId="urn:microsoft.com/office/officeart/2018/2/layout/IconVerticalSolidList"/>
    <dgm:cxn modelId="{DF02BEEB-E06C-48F7-AF2A-44648DC20C94}" type="presParOf" srcId="{414807BE-9CB1-4D53-954C-A21AF4CDDFCD}" destId="{04FE0FD6-FBFE-4365-BB87-A3651B4B5E72}" srcOrd="1" destOrd="0" presId="urn:microsoft.com/office/officeart/2018/2/layout/IconVerticalSolidList"/>
    <dgm:cxn modelId="{EE4652FB-2FD5-47CF-8CA0-1827FBC6F518}" type="presParOf" srcId="{414807BE-9CB1-4D53-954C-A21AF4CDDFCD}" destId="{B3030743-D022-4EC9-8F6C-F47E046551B4}" srcOrd="2" destOrd="0" presId="urn:microsoft.com/office/officeart/2018/2/layout/IconVerticalSolidList"/>
    <dgm:cxn modelId="{C096AEAB-53E2-4557-A127-5753CF8C3016}" type="presParOf" srcId="{B3030743-D022-4EC9-8F6C-F47E046551B4}" destId="{B2D7530D-4B3D-4715-ADEB-423EB089EE81}" srcOrd="0" destOrd="0" presId="urn:microsoft.com/office/officeart/2018/2/layout/IconVerticalSolidList"/>
    <dgm:cxn modelId="{23DCEABC-3931-48D5-A06D-33012B52FC72}" type="presParOf" srcId="{B3030743-D022-4EC9-8F6C-F47E046551B4}" destId="{056267EA-77CB-43AE-B931-B5D49197C8F4}" srcOrd="1" destOrd="0" presId="urn:microsoft.com/office/officeart/2018/2/layout/IconVerticalSolidList"/>
    <dgm:cxn modelId="{56822400-9063-4F87-AD06-97764165E337}" type="presParOf" srcId="{B3030743-D022-4EC9-8F6C-F47E046551B4}" destId="{1760CB10-1438-4F7D-A679-1985F5B404CF}" srcOrd="2" destOrd="0" presId="urn:microsoft.com/office/officeart/2018/2/layout/IconVerticalSolidList"/>
    <dgm:cxn modelId="{57B986D5-F46A-4F3D-B510-387EE41046B5}" type="presParOf" srcId="{B3030743-D022-4EC9-8F6C-F47E046551B4}" destId="{3C02B988-D288-444F-A491-5BC2AD2CCF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AFF87-7A88-4DE3-A8C2-848AA3DDD6B8}">
      <dsp:nvSpPr>
        <dsp:cNvPr id="0" name=""/>
        <dsp:cNvSpPr/>
      </dsp:nvSpPr>
      <dsp:spPr>
        <a:xfrm>
          <a:off x="0" y="820856"/>
          <a:ext cx="6910387" cy="15154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17503-6A2D-499A-85B1-BD7F44E7263A}">
      <dsp:nvSpPr>
        <dsp:cNvPr id="0" name=""/>
        <dsp:cNvSpPr/>
      </dsp:nvSpPr>
      <dsp:spPr>
        <a:xfrm>
          <a:off x="458416" y="1161827"/>
          <a:ext cx="833485" cy="83348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7FBF-6CA5-4826-9569-9B07905A8695}">
      <dsp:nvSpPr>
        <dsp:cNvPr id="0" name=""/>
        <dsp:cNvSpPr/>
      </dsp:nvSpPr>
      <dsp:spPr>
        <a:xfrm>
          <a:off x="1750318" y="820856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La función </a:t>
          </a:r>
          <a:r>
            <a:rPr lang="es-ES" sz="2200" i="1" kern="1200"/>
            <a:t>input()</a:t>
          </a:r>
          <a:r>
            <a:rPr lang="es-ES" sz="2200" kern="1200"/>
            <a:t> permite recibir datos ingresados por el usuario desde el teclado.</a:t>
          </a:r>
          <a:br>
            <a:rPr lang="es-ES" sz="2200" kern="1200"/>
          </a:br>
          <a:r>
            <a:rPr lang="es-ES" sz="2200" kern="1200"/>
            <a:t>El valor ingresado se guarda como texto.</a:t>
          </a:r>
          <a:endParaRPr lang="en-US" sz="2200" kern="1200"/>
        </a:p>
      </dsp:txBody>
      <dsp:txXfrm>
        <a:off x="1750318" y="820856"/>
        <a:ext cx="5160068" cy="1515427"/>
      </dsp:txXfrm>
    </dsp:sp>
    <dsp:sp modelId="{B2D7530D-4B3D-4715-ADEB-423EB089EE81}">
      <dsp:nvSpPr>
        <dsp:cNvPr id="0" name=""/>
        <dsp:cNvSpPr/>
      </dsp:nvSpPr>
      <dsp:spPr>
        <a:xfrm>
          <a:off x="0" y="2715140"/>
          <a:ext cx="6910387" cy="15154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267EA-77CB-43AE-B931-B5D49197C8F4}">
      <dsp:nvSpPr>
        <dsp:cNvPr id="0" name=""/>
        <dsp:cNvSpPr/>
      </dsp:nvSpPr>
      <dsp:spPr>
        <a:xfrm>
          <a:off x="458416" y="3056112"/>
          <a:ext cx="833485" cy="83348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2B988-D288-444F-A491-5BC2AD2CCFD9}">
      <dsp:nvSpPr>
        <dsp:cNvPr id="0" name=""/>
        <dsp:cNvSpPr/>
      </dsp:nvSpPr>
      <dsp:spPr>
        <a:xfrm>
          <a:off x="1750318" y="2715140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La función </a:t>
          </a:r>
          <a:r>
            <a:rPr lang="es-ES" sz="2200" i="1" kern="1200"/>
            <a:t>print()</a:t>
          </a:r>
          <a:r>
            <a:rPr lang="es-ES" sz="2200" kern="1200"/>
            <a:t> permite mostrar información o mensajes en la pantalla.</a:t>
          </a:r>
          <a:endParaRPr lang="en-US" sz="2200" kern="1200"/>
        </a:p>
      </dsp:txBody>
      <dsp:txXfrm>
        <a:off x="1750318" y="2715140"/>
        <a:ext cx="5160068" cy="151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01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8D99-1E4F-E6EE-4169-A7F3E596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5D30A-AE02-3BF6-8F14-740FDB3BF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4F746-3045-1353-AC3C-E9CEE859E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3262-4C50-6417-35AD-8D10A9A33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83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BF3A-58E5-1D15-47EC-B2C302C6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0A65E-0FF3-CD43-9A7E-0C27A2DC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538E1-9822-84D0-F683-06E0B928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21670-C699-0B5A-660B-A9ACF11B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9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67BF-1564-E905-BD00-5F0678FE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D38C2-D8B5-439C-7859-B06E515C5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319FE-C708-98C1-A043-34F85ED0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CF106-719A-31F7-6892-905381D2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80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240F-A643-36E3-A6A8-3C298877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3772C-F421-C9AB-0655-233F0DA87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71989-719F-A077-062E-C57901959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F5261-511C-BFDF-A6D4-443CDE55C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17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C34A-D877-C9B1-1412-277D21B2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11825-B73E-928D-10E4-944666099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18CE5-F1EB-A62C-5712-D79D806BC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DAF45-4AAD-7838-9137-9FFAA807A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0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Variables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7F29-732F-EF7E-CD5E-C4A84CF1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5" y="1165609"/>
            <a:ext cx="6413663" cy="3217502"/>
          </a:xfrm>
        </p:spPr>
        <p:txBody>
          <a:bodyPr anchor="ctr">
            <a:normAutofit/>
          </a:bodyPr>
          <a:lstStyle/>
          <a:p>
            <a:r>
              <a:rPr lang="es-ES" dirty="0"/>
              <a:t>Es un espacio en la memoria donde se guarda un valor que puede cambiar durante la ejecución de un programa.</a:t>
            </a:r>
          </a:p>
          <a:p>
            <a:pPr lvl="1"/>
            <a:r>
              <a:rPr lang="es-MX" dirty="0"/>
              <a:t>La asignación básica de valores se realiza mediante el símbolo =</a:t>
            </a:r>
          </a:p>
          <a:p>
            <a:pPr lvl="1"/>
            <a:r>
              <a:rPr lang="es-MX" dirty="0"/>
              <a:t>Sensible a mayúsculas y minúsculas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48D67-443F-2668-53E2-F45BB2D0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053" y="3983005"/>
            <a:ext cx="491558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6D3A7-3225-3556-466B-2E617697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E84934-A39B-36BE-5B13-A9FEE7A36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9B7DE-2CD5-876F-E9B1-948438735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DF6E0-3FF3-4D97-857C-196D7A6B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Tipos de Datos Básicos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12CA7E-3BF8-54C9-433E-92ADB249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5AA31D-313D-63E5-A0E8-CBBFECFBB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819043"/>
              </p:ext>
            </p:extLst>
          </p:nvPr>
        </p:nvGraphicFramePr>
        <p:xfrm>
          <a:off x="4561557" y="1874520"/>
          <a:ext cx="71672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86">
                  <a:extLst>
                    <a:ext uri="{9D8B030D-6E8A-4147-A177-3AD203B41FA5}">
                      <a16:colId xmlns:a16="http://schemas.microsoft.com/office/drawing/2014/main" val="3569330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872834017"/>
                    </a:ext>
                  </a:extLst>
                </a:gridCol>
                <a:gridCol w="4296696">
                  <a:extLst>
                    <a:ext uri="{9D8B030D-6E8A-4147-A177-3AD203B41FA5}">
                      <a16:colId xmlns:a16="http://schemas.microsoft.com/office/drawing/2014/main" val="2753271561"/>
                    </a:ext>
                  </a:extLst>
                </a:gridCol>
              </a:tblGrid>
              <a:tr h="237558">
                <a:tc>
                  <a:txBody>
                    <a:bodyPr/>
                    <a:lstStyle/>
                    <a:p>
                      <a:r>
                        <a:rPr lang="en-US" dirty="0"/>
                        <a:t>Tipo Gen</a:t>
                      </a:r>
                      <a:r>
                        <a:rPr lang="es-CR" dirty="0"/>
                        <a:t>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Descripción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39535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r>
                        <a:rPr lang="es-CR" dirty="0"/>
                        <a:t>Texto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Valores de </a:t>
                      </a:r>
                      <a:r>
                        <a:rPr lang="en-US" dirty="0" err="1"/>
                        <a:t>tipo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texto</a:t>
                      </a:r>
                      <a:r>
                        <a:rPr lang="en-US" dirty="0"/>
                        <a:t> (strings) para </a:t>
                      </a:r>
                      <a:r>
                        <a:rPr lang="en-US" dirty="0" err="1"/>
                        <a:t>representar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cadenas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caracteres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48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" sz="180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Numérico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Representan números enteros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8556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Numérico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Representan números con punto decimal.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971925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Booleano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Representan valores de verdadero o falso.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59061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Tipo de dato que permite almacenar múltiples valores en una sola variable.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92743"/>
                  </a:ext>
                </a:extLst>
              </a:tr>
              <a:tr h="237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dirty="0">
                          <a:solidFill>
                            <a:schemeClr val="dk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Barlow"/>
                        </a:rPr>
                        <a:t>Diccionario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Almacena información en pares clave–valor.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93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55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BE25D-E2B5-0FDE-8CDC-08DD7918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75F992-C29E-501F-CDC5-1557F14F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100D9-9FD3-CC21-F13E-AB8BFB082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8499-2C50-3A29-9C2B-77B0E314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Aritméticos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09DF08-B843-084F-A11A-AF1C501EF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3C9BF9-6180-421C-03E4-FD755BCE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8116"/>
              </p:ext>
            </p:extLst>
          </p:nvPr>
        </p:nvGraphicFramePr>
        <p:xfrm>
          <a:off x="4246213" y="1120175"/>
          <a:ext cx="7797967" cy="458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36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  <a:gridCol w="4994451">
                  <a:extLst>
                    <a:ext uri="{9D8B030D-6E8A-4147-A177-3AD203B41FA5}">
                      <a16:colId xmlns:a16="http://schemas.microsoft.com/office/drawing/2014/main" val="2235179019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Suma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Suma dos valores numéricos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Resta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Resta dos valores numéricos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Multiplicación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Multiplica dos valores numéricos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División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valores, brindando el resultado con decimales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172128844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Módulo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 numéricos y el resultado corresponde al residuo del valor obtenido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252739032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División entera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Divide dos valores numéricos y el resultado corresponde a la parte entera del valor obtenido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676485485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Exponenciación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Eleva el primer operador a la potencia indicada por el segundo operador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90858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63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3395C-0918-4358-8264-946AA910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A47EDE-3C4C-C88E-672C-F9FB33984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3074F-2368-B3D6-EEA2-EB0E119D0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AAB60-21CD-3071-FE5A-3ECFF1B7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Lógicos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AC452-6DCF-089C-D438-12DE82454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65C1A3-4F7D-9F05-DE9F-7CF4FEEEC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12448"/>
              </p:ext>
            </p:extLst>
          </p:nvPr>
        </p:nvGraphicFramePr>
        <p:xfrm>
          <a:off x="4914639" y="1527586"/>
          <a:ext cx="6461116" cy="3802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17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533493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==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los operadores son iguales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!=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los operadores son diferentes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&gt;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mayor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&gt;=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mayor o igual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172128844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&lt;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menor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2527390327"/>
                  </a:ext>
                </a:extLst>
              </a:tr>
              <a:tr h="653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&lt;=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Si el primer operador es menor o igual al segundo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676485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09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A7117-173E-B1C9-6269-D03BC055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7CDC71-8F19-0F5F-C2D7-FD8BA45A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7710DA-D43F-1401-CF2A-F624CB31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37265-62B2-7A28-FA50-26FC1DA2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de Comparación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4627C-7C95-7C08-56DE-7BCA8B90B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B4AF32-B85D-2C6E-FA44-E947A8D7D0F6}"/>
              </a:ext>
            </a:extLst>
          </p:cNvPr>
          <p:cNvGraphicFramePr>
            <a:graphicFrameLocks noGrp="1"/>
          </p:cNvGraphicFramePr>
          <p:nvPr/>
        </p:nvGraphicFramePr>
        <p:xfrm>
          <a:off x="5238514" y="2508055"/>
          <a:ext cx="6461116" cy="184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178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5334938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Descripción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and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Devuelve True si todas las expresiones son verdaderas</a:t>
                      </a: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or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Devuelve False si todas las expresiones son falsas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not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Invierte el valor de la expresión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417862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64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FE1B4-59BA-5C5A-EF42-5BF90EC8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DD3A73-3143-48B3-BF38-9BCC5A0AA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E69BDB-CB5B-BA6C-875E-1CC275A7A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43B8E-8108-309E-DB4F-F90DBEFB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 dirty="0">
                <a:solidFill>
                  <a:srgbClr val="FFFFFF"/>
                </a:solidFill>
              </a:rPr>
              <a:t>Operadores de Asignación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470A1F-2BF3-1900-277C-B34A4DA4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FCB65C-A233-3FB8-63F4-2B9CCC4B2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337510"/>
              </p:ext>
            </p:extLst>
          </p:nvPr>
        </p:nvGraphicFramePr>
        <p:xfrm>
          <a:off x="4261060" y="2286010"/>
          <a:ext cx="7768274" cy="228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042">
                  <a:extLst>
                    <a:ext uri="{9D8B030D-6E8A-4147-A177-3AD203B41FA5}">
                      <a16:colId xmlns:a16="http://schemas.microsoft.com/office/drawing/2014/main" val="2179991157"/>
                    </a:ext>
                  </a:extLst>
                </a:gridCol>
                <a:gridCol w="4348995">
                  <a:extLst>
                    <a:ext uri="{9D8B030D-6E8A-4147-A177-3AD203B41FA5}">
                      <a16:colId xmlns:a16="http://schemas.microsoft.com/office/drawing/2014/main" val="4203094983"/>
                    </a:ext>
                  </a:extLst>
                </a:gridCol>
                <a:gridCol w="2266237">
                  <a:extLst>
                    <a:ext uri="{9D8B030D-6E8A-4147-A177-3AD203B41FA5}">
                      <a16:colId xmlns:a16="http://schemas.microsoft.com/office/drawing/2014/main" val="214820527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Descripción</a:t>
                      </a:r>
                      <a:endParaRPr lang="en-US" dirty="0"/>
                    </a:p>
                    <a:p>
                      <a:pPr algn="just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Ejemplos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632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Asignación básica de valores nominales o como resultado de alguna otra operación</a:t>
                      </a: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x = 25 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25</a:t>
                      </a:r>
                      <a:endParaRPr lang="es-C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x = 25 * 3 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75</a:t>
                      </a:r>
                      <a:endParaRPr lang="es-C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138468024"/>
                  </a:ext>
                </a:extLst>
              </a:tr>
              <a:tr h="392184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P=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Representa la acumulación de valores: se mantiene el valor inicial y se le agrega el resultado de la operación P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Barlow"/>
                        </a:rPr>
                        <a:t>x += 5 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x = x +5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x **= 3  x = x ** 3</a:t>
                      </a:r>
                      <a:endParaRPr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Barlow"/>
                      </a:endParaRPr>
                    </a:p>
                  </a:txBody>
                  <a:tcPr marL="91425" marR="91425" marT="68575" marB="68575" anchor="ctr"/>
                </a:tc>
                <a:extLst>
                  <a:ext uri="{0D108BD9-81ED-4DB2-BD59-A6C34878D82A}">
                    <a16:rowId xmlns:a16="http://schemas.microsoft.com/office/drawing/2014/main" val="354380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67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58543-E160-4370-C1C4-C30EB59A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2D7B-F89E-3608-0993-995BED88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s-ES" b="1"/>
              <a:t>Entrada y salida básica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194563F-A66F-4B71-9C8D-5610CF13D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03595A-19F1-44C4-8C24-6E498B5F7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0E26A3E-CA8F-EFF0-3BAD-0E2B4A2E5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224924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355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/>
              <a:t>Actividad 2:</a:t>
            </a:r>
            <a:r>
              <a:rPr lang="es-ES"/>
              <a:t> </a:t>
            </a:r>
            <a:r>
              <a:rPr lang="es-ES" dirty="0"/>
              <a:t>Calculadora de IMC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4FB23-DAA6-14D7-0050-88F3EA357EC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err="1"/>
                  <a:t>Desarrolle</a:t>
                </a:r>
                <a:r>
                  <a:rPr lang="en-US" dirty="0"/>
                  <a:t> un </a:t>
                </a:r>
                <a:r>
                  <a:rPr lang="en-US" dirty="0" err="1"/>
                  <a:t>programa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Python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permita</a:t>
                </a:r>
                <a:r>
                  <a:rPr lang="en-US" dirty="0"/>
                  <a:t>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b="1" dirty="0" err="1"/>
                  <a:t>Índice</a:t>
                </a:r>
                <a:r>
                  <a:rPr lang="en-US" b="1" dirty="0"/>
                  <a:t> de Masa Corporal (IMC)</a:t>
                </a:r>
                <a:r>
                  <a:rPr lang="en-US" dirty="0"/>
                  <a:t> de </a:t>
                </a:r>
                <a:r>
                  <a:rPr lang="en-US" dirty="0" err="1"/>
                  <a:t>una</a:t>
                </a:r>
                <a:r>
                  <a:rPr lang="en-US" dirty="0"/>
                  <a:t> persona.</a:t>
                </a:r>
              </a:p>
              <a:p>
                <a:r>
                  <a:rPr lang="en-US" dirty="0"/>
                  <a:t>El </a:t>
                </a:r>
                <a:r>
                  <a:rPr lang="en-US" dirty="0" err="1"/>
                  <a:t>programa</a:t>
                </a:r>
                <a:r>
                  <a:rPr lang="en-US" dirty="0"/>
                  <a:t> </a:t>
                </a:r>
                <a:r>
                  <a:rPr lang="en-US" dirty="0" err="1"/>
                  <a:t>deberá</a:t>
                </a:r>
                <a:r>
                  <a:rPr lang="en-US" dirty="0"/>
                  <a:t> </a:t>
                </a:r>
                <a:r>
                  <a:rPr lang="en-US" dirty="0" err="1"/>
                  <a:t>solicitar</a:t>
                </a:r>
                <a:r>
                  <a:rPr lang="en-US" dirty="0"/>
                  <a:t> al </a:t>
                </a:r>
                <a:r>
                  <a:rPr lang="en-US" dirty="0" err="1"/>
                  <a:t>usuario</a:t>
                </a:r>
                <a:r>
                  <a:rPr lang="en-US" dirty="0"/>
                  <a:t> la </a:t>
                </a:r>
                <a:r>
                  <a:rPr lang="en-US" dirty="0" err="1"/>
                  <a:t>siguiente</a:t>
                </a:r>
                <a:r>
                  <a:rPr lang="en-US" dirty="0"/>
                  <a:t> </a:t>
                </a:r>
                <a:r>
                  <a:rPr lang="en-US" dirty="0" err="1"/>
                  <a:t>información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Nombre de la persona</a:t>
                </a:r>
              </a:p>
              <a:p>
                <a:pPr lvl="1"/>
                <a:r>
                  <a:rPr lang="en-US" dirty="0"/>
                  <a:t>Edad</a:t>
                </a:r>
              </a:p>
              <a:p>
                <a:pPr lvl="1"/>
                <a:r>
                  <a:rPr lang="en-US" dirty="0"/>
                  <a:t>Peso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kilogramos</a:t>
                </a:r>
                <a:r>
                  <a:rPr lang="en-US" dirty="0"/>
                  <a:t> (kg)</a:t>
                </a:r>
              </a:p>
              <a:p>
                <a:pPr lvl="1"/>
                <a:r>
                  <a:rPr lang="en-US" dirty="0" err="1"/>
                  <a:t>Estatura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metros (m)</a:t>
                </a:r>
              </a:p>
              <a:p>
                <a:r>
                  <a:rPr lang="en-US" dirty="0"/>
                  <a:t>Luego,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sistema</a:t>
                </a:r>
                <a:r>
                  <a:rPr lang="en-US" dirty="0"/>
                  <a:t> </a:t>
                </a:r>
                <a:r>
                  <a:rPr lang="en-US" dirty="0" err="1"/>
                  <a:t>deberá</a:t>
                </a:r>
                <a:r>
                  <a:rPr lang="en-US" dirty="0"/>
                  <a:t>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IMC </a:t>
                </a:r>
                <a:r>
                  <a:rPr lang="en-US" dirty="0" err="1"/>
                  <a:t>utilizando</a:t>
                </a:r>
                <a:r>
                  <a:rPr lang="en-US" dirty="0"/>
                  <a:t> la </a:t>
                </a:r>
                <a:r>
                  <a:rPr lang="en-US" dirty="0" err="1"/>
                  <a:t>fórmula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𝐼𝑀𝐶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𝑝𝑒𝑠𝑜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𝑒𝑠𝑡𝑎𝑡𝑢𝑟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4FB23-DAA6-14D7-0050-88F3EA357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963" t="-1970" r="-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7C62D-F815-5F1E-3D89-29B85657B2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Determinar si la persona tiene:</a:t>
            </a:r>
          </a:p>
          <a:p>
            <a:pPr lvl="1"/>
            <a:r>
              <a:rPr lang="es-ES" dirty="0"/>
              <a:t>Bajo peso (&lt; 18.5)</a:t>
            </a:r>
          </a:p>
          <a:p>
            <a:pPr lvl="1"/>
            <a:r>
              <a:rPr lang="es-ES" dirty="0"/>
              <a:t>Peso normal (18.5 - 24.9)</a:t>
            </a:r>
          </a:p>
          <a:p>
            <a:pPr lvl="1"/>
            <a:r>
              <a:rPr lang="es-ES" dirty="0"/>
              <a:t>Sobrepeso (25 - 29.9)</a:t>
            </a:r>
          </a:p>
          <a:p>
            <a:pPr lvl="1"/>
            <a:r>
              <a:rPr lang="es-ES" dirty="0"/>
              <a:t>Obesidad (&gt;= 30)</a:t>
            </a:r>
          </a:p>
          <a:p>
            <a:pPr marL="201168" lvl="1" indent="0">
              <a:buNone/>
            </a:pPr>
            <a:endParaRPr lang="es-ES" dirty="0"/>
          </a:p>
          <a:p>
            <a:pPr marL="201168" lvl="1" indent="0">
              <a:buNone/>
            </a:pPr>
            <a:r>
              <a:rPr lang="es-ES" sz="2100" dirty="0"/>
              <a:t>El programa deberá mostrar en pantalla:</a:t>
            </a:r>
          </a:p>
          <a:p>
            <a:pPr lvl="1"/>
            <a:r>
              <a:rPr lang="es-ES" dirty="0"/>
              <a:t>Nombre de la persona</a:t>
            </a:r>
          </a:p>
          <a:p>
            <a:pPr lvl="1"/>
            <a:r>
              <a:rPr lang="es-ES" dirty="0"/>
              <a:t>Edad</a:t>
            </a:r>
          </a:p>
          <a:p>
            <a:pPr lvl="1"/>
            <a:r>
              <a:rPr lang="es-ES" dirty="0"/>
              <a:t>IMC calculado</a:t>
            </a:r>
          </a:p>
          <a:p>
            <a:pPr lvl="1"/>
            <a:r>
              <a:rPr lang="es-ES" dirty="0"/>
              <a:t>Clasificación del IMC</a:t>
            </a:r>
          </a:p>
          <a:p>
            <a:pPr lvl="1"/>
            <a:r>
              <a:rPr lang="es-ES" dirty="0"/>
              <a:t>Resultado de la condición adicional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261</TotalTime>
  <Words>520</Words>
  <Application>Microsoft Office PowerPoint</Application>
  <PresentationFormat>Panorámica</PresentationFormat>
  <Paragraphs>119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Cambria Math</vt:lpstr>
      <vt:lpstr>Lato</vt:lpstr>
      <vt:lpstr>Retrospect</vt:lpstr>
      <vt:lpstr>Manejo de datos</vt:lpstr>
      <vt:lpstr>Variables</vt:lpstr>
      <vt:lpstr>Tipos de Datos Básicos</vt:lpstr>
      <vt:lpstr>Operadores Aritméticos</vt:lpstr>
      <vt:lpstr>Operadores Lógicos</vt:lpstr>
      <vt:lpstr>Operadores de Comparación</vt:lpstr>
      <vt:lpstr>Operadores de Asignación</vt:lpstr>
      <vt:lpstr>Entrada y salida básica</vt:lpstr>
      <vt:lpstr>Actividad 2: Calculadora de IMC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2026-05-06T19:44:56Z</dcterms:modified>
</cp:coreProperties>
</file>