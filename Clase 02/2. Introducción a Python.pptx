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7" r:id="rId3"/>
    <p:sldId id="266" r:id="rId4"/>
    <p:sldId id="26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513736-9E94-4462-A682-456F798FF2A4}" v="8" dt="2026-04-24T02:21:57.269"/>
    <p1510:client id="{4324B5C2-F900-4DAB-A00B-721E858A91FA}" v="31" dt="2026-04-24T02:52:47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9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BERTO PEREZ MORERA" userId="b71f61fa-2a10-40af-a76c-06b5b43d475d" providerId="ADAL" clId="{CCE38196-6549-48A5-B8F0-4FE1DF2DB2E5}"/>
    <pc:docChg chg="undo custSel addSld delSld modSld sldOrd">
      <pc:chgData name="DANIEL ALBERTO PEREZ MORERA" userId="b71f61fa-2a10-40af-a76c-06b5b43d475d" providerId="ADAL" clId="{CCE38196-6549-48A5-B8F0-4FE1DF2DB2E5}" dt="2026-04-24T02:52:58.810" v="414" actId="20577"/>
      <pc:docMkLst>
        <pc:docMk/>
      </pc:docMkLst>
      <pc:sldChg chg="modSp new mod">
        <pc:chgData name="DANIEL ALBERTO PEREZ MORERA" userId="b71f61fa-2a10-40af-a76c-06b5b43d475d" providerId="ADAL" clId="{CCE38196-6549-48A5-B8F0-4FE1DF2DB2E5}" dt="2026-04-24T02:29:17.971" v="215"/>
        <pc:sldMkLst>
          <pc:docMk/>
          <pc:sldMk cId="1807559037" sldId="256"/>
        </pc:sldMkLst>
        <pc:spChg chg="mod">
          <ac:chgData name="DANIEL ALBERTO PEREZ MORERA" userId="b71f61fa-2a10-40af-a76c-06b5b43d475d" providerId="ADAL" clId="{CCE38196-6549-48A5-B8F0-4FE1DF2DB2E5}" dt="2026-04-24T02:29:17.971" v="215"/>
          <ac:spMkLst>
            <pc:docMk/>
            <pc:sldMk cId="1807559037" sldId="256"/>
            <ac:spMk id="2" creationId="{1D8FDC1A-6045-17E2-6EDD-50C40FEC50CB}"/>
          </ac:spMkLst>
        </pc:spChg>
        <pc:spChg chg="mod">
          <ac:chgData name="DANIEL ALBERTO PEREZ MORERA" userId="b71f61fa-2a10-40af-a76c-06b5b43d475d" providerId="ADAL" clId="{CCE38196-6549-48A5-B8F0-4FE1DF2DB2E5}" dt="2026-04-05T22:37:27.601" v="28" actId="20577"/>
          <ac:spMkLst>
            <pc:docMk/>
            <pc:sldMk cId="1807559037" sldId="256"/>
            <ac:spMk id="3" creationId="{169D2767-C243-3E7C-4D5B-39E139A139A7}"/>
          </ac:spMkLst>
        </pc:spChg>
      </pc:sldChg>
      <pc:sldChg chg="addSp delSp modSp new add del mod setBg">
        <pc:chgData name="DANIEL ALBERTO PEREZ MORERA" userId="b71f61fa-2a10-40af-a76c-06b5b43d475d" providerId="ADAL" clId="{CCE38196-6549-48A5-B8F0-4FE1DF2DB2E5}" dt="2026-04-24T02:48:53.934" v="290" actId="47"/>
        <pc:sldMkLst>
          <pc:docMk/>
          <pc:sldMk cId="3575364436" sldId="257"/>
        </pc:sldMkLst>
        <pc:spChg chg="mod">
          <ac:chgData name="DANIEL ALBERTO PEREZ MORERA" userId="b71f61fa-2a10-40af-a76c-06b5b43d475d" providerId="ADAL" clId="{CCE38196-6549-48A5-B8F0-4FE1DF2DB2E5}" dt="2026-04-24T02:29:53.487" v="218" actId="26606"/>
          <ac:spMkLst>
            <pc:docMk/>
            <pc:sldMk cId="3575364436" sldId="257"/>
            <ac:spMk id="2" creationId="{07E564E0-A0D3-FE59-048C-A9CA2ACBDF30}"/>
          </ac:spMkLst>
        </pc:spChg>
        <pc:spChg chg="add del mod">
          <ac:chgData name="DANIEL ALBERTO PEREZ MORERA" userId="b71f61fa-2a10-40af-a76c-06b5b43d475d" providerId="ADAL" clId="{CCE38196-6549-48A5-B8F0-4FE1DF2DB2E5}" dt="2026-04-24T02:29:53.487" v="218" actId="26606"/>
          <ac:spMkLst>
            <pc:docMk/>
            <pc:sldMk cId="3575364436" sldId="257"/>
            <ac:spMk id="3" creationId="{BFB68FD7-46C0-55BE-4BA1-F5D72C2478F5}"/>
          </ac:spMkLst>
        </pc:spChg>
        <pc:spChg chg="add del">
          <ac:chgData name="DANIEL ALBERTO PEREZ MORERA" userId="b71f61fa-2a10-40af-a76c-06b5b43d475d" providerId="ADAL" clId="{CCE38196-6549-48A5-B8F0-4FE1DF2DB2E5}" dt="2026-04-24T02:29:53.487" v="218" actId="26606"/>
          <ac:spMkLst>
            <pc:docMk/>
            <pc:sldMk cId="3575364436" sldId="257"/>
            <ac:spMk id="1028" creationId="{7E8D75FD-D4F9-4D11-B70D-82EFCB4CFA5B}"/>
          </ac:spMkLst>
        </pc:spChg>
        <pc:spChg chg="add del">
          <ac:chgData name="DANIEL ALBERTO PEREZ MORERA" userId="b71f61fa-2a10-40af-a76c-06b5b43d475d" providerId="ADAL" clId="{CCE38196-6549-48A5-B8F0-4FE1DF2DB2E5}" dt="2026-04-24T02:29:53.487" v="218" actId="26606"/>
          <ac:spMkLst>
            <pc:docMk/>
            <pc:sldMk cId="3575364436" sldId="257"/>
            <ac:spMk id="1041" creationId="{9D1C364C-8702-4ED9-9D23-41CDB2982B4E}"/>
          </ac:spMkLst>
        </pc:spChg>
        <pc:spChg chg="add del">
          <ac:chgData name="DANIEL ALBERTO PEREZ MORERA" userId="b71f61fa-2a10-40af-a76c-06b5b43d475d" providerId="ADAL" clId="{CCE38196-6549-48A5-B8F0-4FE1DF2DB2E5}" dt="2026-04-24T02:29:53.487" v="218" actId="26606"/>
          <ac:spMkLst>
            <pc:docMk/>
            <pc:sldMk cId="3575364436" sldId="257"/>
            <ac:spMk id="1043" creationId="{7EE051E9-6C07-4FBB-B4F7-EDF8DDEAA6DA}"/>
          </ac:spMkLst>
        </pc:spChg>
        <pc:spChg chg="add">
          <ac:chgData name="DANIEL ALBERTO PEREZ MORERA" userId="b71f61fa-2a10-40af-a76c-06b5b43d475d" providerId="ADAL" clId="{CCE38196-6549-48A5-B8F0-4FE1DF2DB2E5}" dt="2026-04-24T02:29:53.487" v="218" actId="26606"/>
          <ac:spMkLst>
            <pc:docMk/>
            <pc:sldMk cId="3575364436" sldId="257"/>
            <ac:spMk id="1048" creationId="{EB8A1B5F-0801-4AFF-A489-335B6A851FF4}"/>
          </ac:spMkLst>
        </pc:spChg>
        <pc:spChg chg="add">
          <ac:chgData name="DANIEL ALBERTO PEREZ MORERA" userId="b71f61fa-2a10-40af-a76c-06b5b43d475d" providerId="ADAL" clId="{CCE38196-6549-48A5-B8F0-4FE1DF2DB2E5}" dt="2026-04-24T02:29:53.487" v="218" actId="26606"/>
          <ac:spMkLst>
            <pc:docMk/>
            <pc:sldMk cId="3575364436" sldId="257"/>
            <ac:spMk id="1050" creationId="{06201B52-6441-4DBA-BACE-2359775817CE}"/>
          </ac:spMkLst>
        </pc:spChg>
        <pc:spChg chg="add">
          <ac:chgData name="DANIEL ALBERTO PEREZ MORERA" userId="b71f61fa-2a10-40af-a76c-06b5b43d475d" providerId="ADAL" clId="{CCE38196-6549-48A5-B8F0-4FE1DF2DB2E5}" dt="2026-04-24T02:29:53.487" v="218" actId="26606"/>
          <ac:spMkLst>
            <pc:docMk/>
            <pc:sldMk cId="3575364436" sldId="257"/>
            <ac:spMk id="1054" creationId="{FBDCECDC-EEE3-4128-AA5E-82A8C08796E8}"/>
          </ac:spMkLst>
        </pc:spChg>
        <pc:spChg chg="add">
          <ac:chgData name="DANIEL ALBERTO PEREZ MORERA" userId="b71f61fa-2a10-40af-a76c-06b5b43d475d" providerId="ADAL" clId="{CCE38196-6549-48A5-B8F0-4FE1DF2DB2E5}" dt="2026-04-24T02:29:53.487" v="218" actId="26606"/>
          <ac:spMkLst>
            <pc:docMk/>
            <pc:sldMk cId="3575364436" sldId="257"/>
            <ac:spMk id="1056" creationId="{1F3985C0-E548-44D2-B30E-F3E42DADE133}"/>
          </ac:spMkLst>
        </pc:spChg>
        <pc:spChg chg="add">
          <ac:chgData name="DANIEL ALBERTO PEREZ MORERA" userId="b71f61fa-2a10-40af-a76c-06b5b43d475d" providerId="ADAL" clId="{CCE38196-6549-48A5-B8F0-4FE1DF2DB2E5}" dt="2026-04-24T02:29:53.487" v="218" actId="26606"/>
          <ac:spMkLst>
            <pc:docMk/>
            <pc:sldMk cId="3575364436" sldId="257"/>
            <ac:spMk id="1058" creationId="{4260EDE0-989C-4E16-AF94-F652294D828E}"/>
          </ac:spMkLst>
        </pc:spChg>
        <pc:picChg chg="add del mod">
          <ac:chgData name="DANIEL ALBERTO PEREZ MORERA" userId="b71f61fa-2a10-40af-a76c-06b5b43d475d" providerId="ADAL" clId="{CCE38196-6549-48A5-B8F0-4FE1DF2DB2E5}" dt="2026-04-24T02:29:36.216" v="217" actId="478"/>
          <ac:picMkLst>
            <pc:docMk/>
            <pc:sldMk cId="3575364436" sldId="257"/>
            <ac:picMk id="1026" creationId="{0B43337A-9161-28C4-E3A1-D6CC65CDC9FF}"/>
          </ac:picMkLst>
        </pc:picChg>
      </pc:sldChg>
      <pc:sldChg chg="addSp modSp new del mod ord">
        <pc:chgData name="DANIEL ALBERTO PEREZ MORERA" userId="b71f61fa-2a10-40af-a76c-06b5b43d475d" providerId="ADAL" clId="{CCE38196-6549-48A5-B8F0-4FE1DF2DB2E5}" dt="2026-04-24T02:33:26.702" v="231" actId="47"/>
        <pc:sldMkLst>
          <pc:docMk/>
          <pc:sldMk cId="2064592768" sldId="259"/>
        </pc:sldMkLst>
        <pc:spChg chg="add mod">
          <ac:chgData name="DANIEL ALBERTO PEREZ MORERA" userId="b71f61fa-2a10-40af-a76c-06b5b43d475d" providerId="ADAL" clId="{CCE38196-6549-48A5-B8F0-4FE1DF2DB2E5}" dt="2026-04-24T02:24:16.430" v="208" actId="123"/>
          <ac:spMkLst>
            <pc:docMk/>
            <pc:sldMk cId="2064592768" sldId="259"/>
            <ac:spMk id="2" creationId="{5CF5F86F-3D1B-B25E-F21C-A7EF54C7674D}"/>
          </ac:spMkLst>
        </pc:spChg>
        <pc:spChg chg="add mod">
          <ac:chgData name="DANIEL ALBERTO PEREZ MORERA" userId="b71f61fa-2a10-40af-a76c-06b5b43d475d" providerId="ADAL" clId="{CCE38196-6549-48A5-B8F0-4FE1DF2DB2E5}" dt="2026-04-24T02:24:18.737" v="209" actId="123"/>
          <ac:spMkLst>
            <pc:docMk/>
            <pc:sldMk cId="2064592768" sldId="259"/>
            <ac:spMk id="3" creationId="{CDB65C46-4DA6-2595-9B9B-E460929B531C}"/>
          </ac:spMkLst>
        </pc:spChg>
      </pc:sldChg>
      <pc:sldChg chg="new del">
        <pc:chgData name="DANIEL ALBERTO PEREZ MORERA" userId="b71f61fa-2a10-40af-a76c-06b5b43d475d" providerId="ADAL" clId="{CCE38196-6549-48A5-B8F0-4FE1DF2DB2E5}" dt="2026-04-24T02:24:49.314" v="214" actId="47"/>
        <pc:sldMkLst>
          <pc:docMk/>
          <pc:sldMk cId="4153439104" sldId="260"/>
        </pc:sldMkLst>
      </pc:sldChg>
      <pc:sldChg chg="delSp modSp add del mod ord setBg delDesignElem">
        <pc:chgData name="DANIEL ALBERTO PEREZ MORERA" userId="b71f61fa-2a10-40af-a76c-06b5b43d475d" providerId="ADAL" clId="{CCE38196-6549-48A5-B8F0-4FE1DF2DB2E5}" dt="2026-04-24T02:33:26.702" v="231" actId="47"/>
        <pc:sldMkLst>
          <pc:docMk/>
          <pc:sldMk cId="958965396" sldId="261"/>
        </pc:sldMkLst>
        <pc:spChg chg="mod">
          <ac:chgData name="DANIEL ALBERTO PEREZ MORERA" userId="b71f61fa-2a10-40af-a76c-06b5b43d475d" providerId="ADAL" clId="{CCE38196-6549-48A5-B8F0-4FE1DF2DB2E5}" dt="2026-04-24T02:24:12.271" v="207" actId="20577"/>
          <ac:spMkLst>
            <pc:docMk/>
            <pc:sldMk cId="958965396" sldId="261"/>
            <ac:spMk id="2" creationId="{5255C7A2-C5C7-93E6-08E9-377E143CE9C2}"/>
          </ac:spMkLst>
        </pc:spChg>
        <pc:spChg chg="del">
          <ac:chgData name="DANIEL ALBERTO PEREZ MORERA" userId="b71f61fa-2a10-40af-a76c-06b5b43d475d" providerId="ADAL" clId="{CCE38196-6549-48A5-B8F0-4FE1DF2DB2E5}" dt="2026-04-24T02:13:29.893" v="93"/>
          <ac:spMkLst>
            <pc:docMk/>
            <pc:sldMk cId="958965396" sldId="261"/>
            <ac:spMk id="1028" creationId="{CF6D7B9F-E149-0526-50F7-53E4A6FA4A25}"/>
          </ac:spMkLst>
        </pc:spChg>
        <pc:spChg chg="del">
          <ac:chgData name="DANIEL ALBERTO PEREZ MORERA" userId="b71f61fa-2a10-40af-a76c-06b5b43d475d" providerId="ADAL" clId="{CCE38196-6549-48A5-B8F0-4FE1DF2DB2E5}" dt="2026-04-24T02:13:29.893" v="93"/>
          <ac:spMkLst>
            <pc:docMk/>
            <pc:sldMk cId="958965396" sldId="261"/>
            <ac:spMk id="1031" creationId="{67D24896-6B33-981E-AFC5-7ABC4785D761}"/>
          </ac:spMkLst>
        </pc:spChg>
        <pc:spChg chg="del">
          <ac:chgData name="DANIEL ALBERTO PEREZ MORERA" userId="b71f61fa-2a10-40af-a76c-06b5b43d475d" providerId="ADAL" clId="{CCE38196-6549-48A5-B8F0-4FE1DF2DB2E5}" dt="2026-04-24T02:13:29.893" v="93"/>
          <ac:spMkLst>
            <pc:docMk/>
            <pc:sldMk cId="958965396" sldId="261"/>
            <ac:spMk id="1032" creationId="{2504880D-164C-DD1D-6F86-5DA579CFA121}"/>
          </ac:spMkLst>
        </pc:spChg>
        <pc:spChg chg="del">
          <ac:chgData name="DANIEL ALBERTO PEREZ MORERA" userId="b71f61fa-2a10-40af-a76c-06b5b43d475d" providerId="ADAL" clId="{CCE38196-6549-48A5-B8F0-4FE1DF2DB2E5}" dt="2026-04-24T02:13:29.893" v="93"/>
          <ac:spMkLst>
            <pc:docMk/>
            <pc:sldMk cId="958965396" sldId="261"/>
            <ac:spMk id="1041" creationId="{041DDF8C-A2E5-9854-68DC-D5E30B193ADC}"/>
          </ac:spMkLst>
        </pc:spChg>
        <pc:spChg chg="del">
          <ac:chgData name="DANIEL ALBERTO PEREZ MORERA" userId="b71f61fa-2a10-40af-a76c-06b5b43d475d" providerId="ADAL" clId="{CCE38196-6549-48A5-B8F0-4FE1DF2DB2E5}" dt="2026-04-24T02:13:29.893" v="93"/>
          <ac:spMkLst>
            <pc:docMk/>
            <pc:sldMk cId="958965396" sldId="261"/>
            <ac:spMk id="1043" creationId="{F2014CF0-3A80-7256-2319-4618DC35BAFF}"/>
          </ac:spMkLst>
        </pc:spChg>
        <pc:cxnChg chg="del">
          <ac:chgData name="DANIEL ALBERTO PEREZ MORERA" userId="b71f61fa-2a10-40af-a76c-06b5b43d475d" providerId="ADAL" clId="{CCE38196-6549-48A5-B8F0-4FE1DF2DB2E5}" dt="2026-04-24T02:13:29.893" v="93"/>
          <ac:cxnSpMkLst>
            <pc:docMk/>
            <pc:sldMk cId="958965396" sldId="261"/>
            <ac:cxnSpMk id="1029" creationId="{39417A23-B6F4-E2D3-2D39-4554141106D1}"/>
          </ac:cxnSpMkLst>
        </pc:cxnChg>
        <pc:cxnChg chg="del">
          <ac:chgData name="DANIEL ALBERTO PEREZ MORERA" userId="b71f61fa-2a10-40af-a76c-06b5b43d475d" providerId="ADAL" clId="{CCE38196-6549-48A5-B8F0-4FE1DF2DB2E5}" dt="2026-04-24T02:13:29.893" v="93"/>
          <ac:cxnSpMkLst>
            <pc:docMk/>
            <pc:sldMk cId="958965396" sldId="261"/>
            <ac:cxnSpMk id="1039" creationId="{408C9ED7-0228-63D9-1E00-F4CC6ABFB847}"/>
          </ac:cxnSpMkLst>
        </pc:cxnChg>
      </pc:sldChg>
      <pc:sldChg chg="delSp add del setBg delDesignElem">
        <pc:chgData name="DANIEL ALBERTO PEREZ MORERA" userId="b71f61fa-2a10-40af-a76c-06b5b43d475d" providerId="ADAL" clId="{CCE38196-6549-48A5-B8F0-4FE1DF2DB2E5}" dt="2026-04-24T02:18:54.846" v="133" actId="2696"/>
        <pc:sldMkLst>
          <pc:docMk/>
          <pc:sldMk cId="1791658625" sldId="262"/>
        </pc:sldMkLst>
        <pc:spChg chg="del">
          <ac:chgData name="DANIEL ALBERTO PEREZ MORERA" userId="b71f61fa-2a10-40af-a76c-06b5b43d475d" providerId="ADAL" clId="{CCE38196-6549-48A5-B8F0-4FE1DF2DB2E5}" dt="2026-04-24T02:13:34.512" v="97"/>
          <ac:spMkLst>
            <pc:docMk/>
            <pc:sldMk cId="1791658625" sldId="262"/>
            <ac:spMk id="1028" creationId="{F9711844-9FB1-E1A1-6809-E4AD9BE69649}"/>
          </ac:spMkLst>
        </pc:spChg>
        <pc:spChg chg="del">
          <ac:chgData name="DANIEL ALBERTO PEREZ MORERA" userId="b71f61fa-2a10-40af-a76c-06b5b43d475d" providerId="ADAL" clId="{CCE38196-6549-48A5-B8F0-4FE1DF2DB2E5}" dt="2026-04-24T02:13:34.512" v="97"/>
          <ac:spMkLst>
            <pc:docMk/>
            <pc:sldMk cId="1791658625" sldId="262"/>
            <ac:spMk id="1031" creationId="{183FDA32-56FB-4833-EE3B-862073BA7187}"/>
          </ac:spMkLst>
        </pc:spChg>
        <pc:spChg chg="del">
          <ac:chgData name="DANIEL ALBERTO PEREZ MORERA" userId="b71f61fa-2a10-40af-a76c-06b5b43d475d" providerId="ADAL" clId="{CCE38196-6549-48A5-B8F0-4FE1DF2DB2E5}" dt="2026-04-24T02:13:34.512" v="97"/>
          <ac:spMkLst>
            <pc:docMk/>
            <pc:sldMk cId="1791658625" sldId="262"/>
            <ac:spMk id="1032" creationId="{8ED7BE21-1A6F-B138-9EDF-4B94F26E3AA1}"/>
          </ac:spMkLst>
        </pc:spChg>
        <pc:spChg chg="del">
          <ac:chgData name="DANIEL ALBERTO PEREZ MORERA" userId="b71f61fa-2a10-40af-a76c-06b5b43d475d" providerId="ADAL" clId="{CCE38196-6549-48A5-B8F0-4FE1DF2DB2E5}" dt="2026-04-24T02:13:34.512" v="97"/>
          <ac:spMkLst>
            <pc:docMk/>
            <pc:sldMk cId="1791658625" sldId="262"/>
            <ac:spMk id="1041" creationId="{7125F4B8-9D57-1D9A-6667-CE879AE8C0D8}"/>
          </ac:spMkLst>
        </pc:spChg>
        <pc:spChg chg="del">
          <ac:chgData name="DANIEL ALBERTO PEREZ MORERA" userId="b71f61fa-2a10-40af-a76c-06b5b43d475d" providerId="ADAL" clId="{CCE38196-6549-48A5-B8F0-4FE1DF2DB2E5}" dt="2026-04-24T02:13:34.512" v="97"/>
          <ac:spMkLst>
            <pc:docMk/>
            <pc:sldMk cId="1791658625" sldId="262"/>
            <ac:spMk id="1043" creationId="{62DEBD65-1B9B-D4C3-1603-5746423AB9AB}"/>
          </ac:spMkLst>
        </pc:spChg>
        <pc:cxnChg chg="del">
          <ac:chgData name="DANIEL ALBERTO PEREZ MORERA" userId="b71f61fa-2a10-40af-a76c-06b5b43d475d" providerId="ADAL" clId="{CCE38196-6549-48A5-B8F0-4FE1DF2DB2E5}" dt="2026-04-24T02:13:34.512" v="97"/>
          <ac:cxnSpMkLst>
            <pc:docMk/>
            <pc:sldMk cId="1791658625" sldId="262"/>
            <ac:cxnSpMk id="1029" creationId="{538330EE-B038-32EB-EA21-925F84C11F65}"/>
          </ac:cxnSpMkLst>
        </pc:cxnChg>
        <pc:cxnChg chg="del">
          <ac:chgData name="DANIEL ALBERTO PEREZ MORERA" userId="b71f61fa-2a10-40af-a76c-06b5b43d475d" providerId="ADAL" clId="{CCE38196-6549-48A5-B8F0-4FE1DF2DB2E5}" dt="2026-04-24T02:13:34.512" v="97"/>
          <ac:cxnSpMkLst>
            <pc:docMk/>
            <pc:sldMk cId="1791658625" sldId="262"/>
            <ac:cxnSpMk id="1039" creationId="{BAECA0A2-1A91-F039-9DF2-2444528DF7FC}"/>
          </ac:cxnSpMkLst>
        </pc:cxnChg>
      </pc:sldChg>
      <pc:sldChg chg="modSp add del mod ord">
        <pc:chgData name="DANIEL ALBERTO PEREZ MORERA" userId="b71f61fa-2a10-40af-a76c-06b5b43d475d" providerId="ADAL" clId="{CCE38196-6549-48A5-B8F0-4FE1DF2DB2E5}" dt="2026-04-24T02:33:26.702" v="231" actId="47"/>
        <pc:sldMkLst>
          <pc:docMk/>
          <pc:sldMk cId="3177308429" sldId="263"/>
        </pc:sldMkLst>
        <pc:spChg chg="mod">
          <ac:chgData name="DANIEL ALBERTO PEREZ MORERA" userId="b71f61fa-2a10-40af-a76c-06b5b43d475d" providerId="ADAL" clId="{CCE38196-6549-48A5-B8F0-4FE1DF2DB2E5}" dt="2026-04-24T02:24:40.231" v="213" actId="20577"/>
          <ac:spMkLst>
            <pc:docMk/>
            <pc:sldMk cId="3177308429" sldId="263"/>
            <ac:spMk id="2" creationId="{0D7397CC-15AB-F2B7-31A4-7286C949CE18}"/>
          </ac:spMkLst>
        </pc:spChg>
        <pc:spChg chg="mod">
          <ac:chgData name="DANIEL ALBERTO PEREZ MORERA" userId="b71f61fa-2a10-40af-a76c-06b5b43d475d" providerId="ADAL" clId="{CCE38196-6549-48A5-B8F0-4FE1DF2DB2E5}" dt="2026-04-24T02:24:01.313" v="203" actId="123"/>
          <ac:spMkLst>
            <pc:docMk/>
            <pc:sldMk cId="3177308429" sldId="263"/>
            <ac:spMk id="3" creationId="{CCB6E8EA-5639-5BCA-FDC7-6C6C99407D5A}"/>
          </ac:spMkLst>
        </pc:spChg>
      </pc:sldChg>
      <pc:sldChg chg="new del">
        <pc:chgData name="DANIEL ALBERTO PEREZ MORERA" userId="b71f61fa-2a10-40af-a76c-06b5b43d475d" providerId="ADAL" clId="{CCE38196-6549-48A5-B8F0-4FE1DF2DB2E5}" dt="2026-04-24T02:24:49.314" v="214" actId="47"/>
        <pc:sldMkLst>
          <pc:docMk/>
          <pc:sldMk cId="4179068215" sldId="264"/>
        </pc:sldMkLst>
      </pc:sldChg>
      <pc:sldChg chg="modSp new mod ord">
        <pc:chgData name="DANIEL ALBERTO PEREZ MORERA" userId="b71f61fa-2a10-40af-a76c-06b5b43d475d" providerId="ADAL" clId="{CCE38196-6549-48A5-B8F0-4FE1DF2DB2E5}" dt="2026-04-24T02:52:58.810" v="414" actId="20577"/>
        <pc:sldMkLst>
          <pc:docMk/>
          <pc:sldMk cId="1793747069" sldId="265"/>
        </pc:sldMkLst>
        <pc:spChg chg="mod">
          <ac:chgData name="DANIEL ALBERTO PEREZ MORERA" userId="b71f61fa-2a10-40af-a76c-06b5b43d475d" providerId="ADAL" clId="{CCE38196-6549-48A5-B8F0-4FE1DF2DB2E5}" dt="2026-04-24T02:43:52.729" v="243" actId="20577"/>
          <ac:spMkLst>
            <pc:docMk/>
            <pc:sldMk cId="1793747069" sldId="265"/>
            <ac:spMk id="2" creationId="{30FFC8F8-B434-B0E9-25BB-D6D37021911E}"/>
          </ac:spMkLst>
        </pc:spChg>
        <pc:spChg chg="mod">
          <ac:chgData name="DANIEL ALBERTO PEREZ MORERA" userId="b71f61fa-2a10-40af-a76c-06b5b43d475d" providerId="ADAL" clId="{CCE38196-6549-48A5-B8F0-4FE1DF2DB2E5}" dt="2026-04-24T02:52:58.810" v="414" actId="20577"/>
          <ac:spMkLst>
            <pc:docMk/>
            <pc:sldMk cId="1793747069" sldId="265"/>
            <ac:spMk id="3" creationId="{AA964F3E-8E68-1D91-841D-F29A42DA6C75}"/>
          </ac:spMkLst>
        </pc:spChg>
      </pc:sldChg>
      <pc:sldChg chg="modSp new del mod">
        <pc:chgData name="DANIEL ALBERTO PEREZ MORERA" userId="b71f61fa-2a10-40af-a76c-06b5b43d475d" providerId="ADAL" clId="{CCE38196-6549-48A5-B8F0-4FE1DF2DB2E5}" dt="2026-04-24T02:33:08.921" v="226" actId="47"/>
        <pc:sldMkLst>
          <pc:docMk/>
          <pc:sldMk cId="873386985" sldId="266"/>
        </pc:sldMkLst>
        <pc:spChg chg="mod">
          <ac:chgData name="DANIEL ALBERTO PEREZ MORERA" userId="b71f61fa-2a10-40af-a76c-06b5b43d475d" providerId="ADAL" clId="{CCE38196-6549-48A5-B8F0-4FE1DF2DB2E5}" dt="2026-04-24T02:32:20.889" v="223" actId="20577"/>
          <ac:spMkLst>
            <pc:docMk/>
            <pc:sldMk cId="873386985" sldId="266"/>
            <ac:spMk id="2" creationId="{0E5787B0-B27B-0405-B4F7-0506F7A414CA}"/>
          </ac:spMkLst>
        </pc:spChg>
        <pc:spChg chg="mod">
          <ac:chgData name="DANIEL ALBERTO PEREZ MORERA" userId="b71f61fa-2a10-40af-a76c-06b5b43d475d" providerId="ADAL" clId="{CCE38196-6549-48A5-B8F0-4FE1DF2DB2E5}" dt="2026-04-24T02:32:57.405" v="225"/>
          <ac:spMkLst>
            <pc:docMk/>
            <pc:sldMk cId="873386985" sldId="266"/>
            <ac:spMk id="3" creationId="{08F74C7E-14D7-E493-3DE4-C5F10D3BCB50}"/>
          </ac:spMkLst>
        </pc:spChg>
      </pc:sldChg>
      <pc:sldChg chg="modSp add mod">
        <pc:chgData name="DANIEL ALBERTO PEREZ MORERA" userId="b71f61fa-2a10-40af-a76c-06b5b43d475d" providerId="ADAL" clId="{CCE38196-6549-48A5-B8F0-4FE1DF2DB2E5}" dt="2026-04-24T02:33:18.674" v="230" actId="20577"/>
        <pc:sldMkLst>
          <pc:docMk/>
          <pc:sldMk cId="1962060877" sldId="266"/>
        </pc:sldMkLst>
        <pc:spChg chg="mod">
          <ac:chgData name="DANIEL ALBERTO PEREZ MORERA" userId="b71f61fa-2a10-40af-a76c-06b5b43d475d" providerId="ADAL" clId="{CCE38196-6549-48A5-B8F0-4FE1DF2DB2E5}" dt="2026-04-24T02:33:18.674" v="230" actId="20577"/>
          <ac:spMkLst>
            <pc:docMk/>
            <pc:sldMk cId="1962060877" sldId="266"/>
            <ac:spMk id="2" creationId="{12501F6F-B03D-0C55-199A-3721956C1566}"/>
          </ac:spMkLst>
        </pc:spChg>
      </pc:sldChg>
      <pc:sldChg chg="addSp delSp modSp new mod setBg addAnim delAnim modAnim">
        <pc:chgData name="DANIEL ALBERTO PEREZ MORERA" userId="b71f61fa-2a10-40af-a76c-06b5b43d475d" providerId="ADAL" clId="{CCE38196-6549-48A5-B8F0-4FE1DF2DB2E5}" dt="2026-04-24T02:48:50.875" v="289" actId="26606"/>
        <pc:sldMkLst>
          <pc:docMk/>
          <pc:sldMk cId="1848638571" sldId="267"/>
        </pc:sldMkLst>
        <pc:spChg chg="mod">
          <ac:chgData name="DANIEL ALBERTO PEREZ MORERA" userId="b71f61fa-2a10-40af-a76c-06b5b43d475d" providerId="ADAL" clId="{CCE38196-6549-48A5-B8F0-4FE1DF2DB2E5}" dt="2026-04-24T02:48:50.875" v="289" actId="26606"/>
          <ac:spMkLst>
            <pc:docMk/>
            <pc:sldMk cId="1848638571" sldId="267"/>
            <ac:spMk id="2" creationId="{907ABBA0-7B38-1321-4041-E3D46D2EC6F3}"/>
          </ac:spMkLst>
        </pc:spChg>
        <pc:spChg chg="add del mod">
          <ac:chgData name="DANIEL ALBERTO PEREZ MORERA" userId="b71f61fa-2a10-40af-a76c-06b5b43d475d" providerId="ADAL" clId="{CCE38196-6549-48A5-B8F0-4FE1DF2DB2E5}" dt="2026-04-24T02:48:50.875" v="289" actId="26606"/>
          <ac:spMkLst>
            <pc:docMk/>
            <pc:sldMk cId="1848638571" sldId="267"/>
            <ac:spMk id="3" creationId="{3518C53C-5B35-0AB5-591B-4AA97A7DC950}"/>
          </ac:spMkLst>
        </pc:spChg>
        <pc:spChg chg="add del">
          <ac:chgData name="DANIEL ALBERTO PEREZ MORERA" userId="b71f61fa-2a10-40af-a76c-06b5b43d475d" providerId="ADAL" clId="{CCE38196-6549-48A5-B8F0-4FE1DF2DB2E5}" dt="2026-04-24T02:47:07.087" v="255" actId="26606"/>
          <ac:spMkLst>
            <pc:docMk/>
            <pc:sldMk cId="1848638571" sldId="267"/>
            <ac:spMk id="8" creationId="{EB8A1B5F-0801-4AFF-A489-335B6A851FF4}"/>
          </ac:spMkLst>
        </pc:spChg>
        <pc:spChg chg="add">
          <ac:chgData name="DANIEL ALBERTO PEREZ MORERA" userId="b71f61fa-2a10-40af-a76c-06b5b43d475d" providerId="ADAL" clId="{CCE38196-6549-48A5-B8F0-4FE1DF2DB2E5}" dt="2026-04-24T02:48:50.875" v="289" actId="26606"/>
          <ac:spMkLst>
            <pc:docMk/>
            <pc:sldMk cId="1848638571" sldId="267"/>
            <ac:spMk id="9" creationId="{EE1530B0-6F96-46C0-8B3E-3215CB756BE4}"/>
          </ac:spMkLst>
        </pc:spChg>
        <pc:spChg chg="add del">
          <ac:chgData name="DANIEL ALBERTO PEREZ MORERA" userId="b71f61fa-2a10-40af-a76c-06b5b43d475d" providerId="ADAL" clId="{CCE38196-6549-48A5-B8F0-4FE1DF2DB2E5}" dt="2026-04-24T02:47:07.087" v="255" actId="26606"/>
          <ac:spMkLst>
            <pc:docMk/>
            <pc:sldMk cId="1848638571" sldId="267"/>
            <ac:spMk id="10" creationId="{06201B52-6441-4DBA-BACE-2359775817CE}"/>
          </ac:spMkLst>
        </pc:spChg>
        <pc:spChg chg="add">
          <ac:chgData name="DANIEL ALBERTO PEREZ MORERA" userId="b71f61fa-2a10-40af-a76c-06b5b43d475d" providerId="ADAL" clId="{CCE38196-6549-48A5-B8F0-4FE1DF2DB2E5}" dt="2026-04-24T02:48:50.875" v="289" actId="26606"/>
          <ac:spMkLst>
            <pc:docMk/>
            <pc:sldMk cId="1848638571" sldId="267"/>
            <ac:spMk id="11" creationId="{754910CF-1B56-45D3-960A-E89F7B3B9131}"/>
          </ac:spMkLst>
        </pc:spChg>
        <pc:spChg chg="add">
          <ac:chgData name="DANIEL ALBERTO PEREZ MORERA" userId="b71f61fa-2a10-40af-a76c-06b5b43d475d" providerId="ADAL" clId="{CCE38196-6549-48A5-B8F0-4FE1DF2DB2E5}" dt="2026-04-24T02:48:50.875" v="289" actId="26606"/>
          <ac:spMkLst>
            <pc:docMk/>
            <pc:sldMk cId="1848638571" sldId="267"/>
            <ac:spMk id="13" creationId="{6669F804-A677-4B75-95F4-A5E4426FB774}"/>
          </ac:spMkLst>
        </pc:spChg>
        <pc:spChg chg="add del">
          <ac:chgData name="DANIEL ALBERTO PEREZ MORERA" userId="b71f61fa-2a10-40af-a76c-06b5b43d475d" providerId="ADAL" clId="{CCE38196-6549-48A5-B8F0-4FE1DF2DB2E5}" dt="2026-04-24T02:47:07.087" v="255" actId="26606"/>
          <ac:spMkLst>
            <pc:docMk/>
            <pc:sldMk cId="1848638571" sldId="267"/>
            <ac:spMk id="14" creationId="{8C6E698C-8155-4B8B-BDC9-B7299772B509}"/>
          </ac:spMkLst>
        </pc:spChg>
        <pc:spChg chg="add del">
          <ac:chgData name="DANIEL ALBERTO PEREZ MORERA" userId="b71f61fa-2a10-40af-a76c-06b5b43d475d" providerId="ADAL" clId="{CCE38196-6549-48A5-B8F0-4FE1DF2DB2E5}" dt="2026-04-24T02:47:07.087" v="255" actId="26606"/>
          <ac:spMkLst>
            <pc:docMk/>
            <pc:sldMk cId="1848638571" sldId="267"/>
            <ac:spMk id="18" creationId="{8A549DE7-671D-4575-AF43-858FD99981CF}"/>
          </ac:spMkLst>
        </pc:spChg>
        <pc:spChg chg="add del">
          <ac:chgData name="DANIEL ALBERTO PEREZ MORERA" userId="b71f61fa-2a10-40af-a76c-06b5b43d475d" providerId="ADAL" clId="{CCE38196-6549-48A5-B8F0-4FE1DF2DB2E5}" dt="2026-04-24T02:47:07.087" v="255" actId="26606"/>
          <ac:spMkLst>
            <pc:docMk/>
            <pc:sldMk cId="1848638571" sldId="267"/>
            <ac:spMk id="20" creationId="{C22D9B36-9BE7-472B-8808-7E0D6810738F}"/>
          </ac:spMkLst>
        </pc:spChg>
        <pc:graphicFrameChg chg="add del mod">
          <ac:chgData name="DANIEL ALBERTO PEREZ MORERA" userId="b71f61fa-2a10-40af-a76c-06b5b43d475d" providerId="ADAL" clId="{CCE38196-6549-48A5-B8F0-4FE1DF2DB2E5}" dt="2026-04-24T02:48:41.367" v="288" actId="26606"/>
          <ac:graphicFrameMkLst>
            <pc:docMk/>
            <pc:sldMk cId="1848638571" sldId="267"/>
            <ac:graphicFrameMk id="5" creationId="{4FCB5B77-EAEA-0E4C-4150-C5F2178ECCB8}"/>
          </ac:graphicFrameMkLst>
        </pc:graphicFrameChg>
        <pc:graphicFrameChg chg="add">
          <ac:chgData name="DANIEL ALBERTO PEREZ MORERA" userId="b71f61fa-2a10-40af-a76c-06b5b43d475d" providerId="ADAL" clId="{CCE38196-6549-48A5-B8F0-4FE1DF2DB2E5}" dt="2026-04-24T02:48:50.875" v="289" actId="26606"/>
          <ac:graphicFrameMkLst>
            <pc:docMk/>
            <pc:sldMk cId="1848638571" sldId="267"/>
            <ac:graphicFrameMk id="6" creationId="{7FFCF0F4-AD60-DBB8-6290-44A2ACFC4A91}"/>
          </ac:graphicFrameMkLst>
        </pc:graphicFrameChg>
        <pc:cxnChg chg="add del">
          <ac:chgData name="DANIEL ALBERTO PEREZ MORERA" userId="b71f61fa-2a10-40af-a76c-06b5b43d475d" providerId="ADAL" clId="{CCE38196-6549-48A5-B8F0-4FE1DF2DB2E5}" dt="2026-04-24T02:47:07.087" v="255" actId="26606"/>
          <ac:cxnSpMkLst>
            <pc:docMk/>
            <pc:sldMk cId="1848638571" sldId="267"/>
            <ac:cxnSpMk id="12" creationId="{89DF3DBB-17DD-4058-A944-5578E18A031E}"/>
          </ac:cxnSpMkLst>
        </pc:cxnChg>
        <pc:cxnChg chg="add del">
          <ac:chgData name="DANIEL ALBERTO PEREZ MORERA" userId="b71f61fa-2a10-40af-a76c-06b5b43d475d" providerId="ADAL" clId="{CCE38196-6549-48A5-B8F0-4FE1DF2DB2E5}" dt="2026-04-24T02:47:07.087" v="255" actId="26606"/>
          <ac:cxnSpMkLst>
            <pc:docMk/>
            <pc:sldMk cId="1848638571" sldId="267"/>
            <ac:cxnSpMk id="16" creationId="{09525C9A-1972-4836-BA7A-706C946EF4DA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hyperlink" Target="https://www.python.org/downloads/windows/" TargetMode="External"/><Relationship Id="rId4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hyperlink" Target="https://www.python.org/downloads/windows/" TargetMode="External"/><Relationship Id="rId1" Type="http://schemas.openxmlformats.org/officeDocument/2006/relationships/image" Target="../media/image1.svg"/><Relationship Id="rId4" Type="http://schemas.openxmlformats.org/officeDocument/2006/relationships/hyperlink" Target="https://code.visualstudio.com/Download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EDBCD9-C5E5-41A6-9F68-AF7DB6E8201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B023183-FFD1-4C15-867F-FFD49536DA4F}">
      <dgm:prSet/>
      <dgm:spPr/>
      <dgm:t>
        <a:bodyPr/>
        <a:lstStyle/>
        <a:p>
          <a:r>
            <a:rPr lang="en-US"/>
            <a:t>Python: </a:t>
          </a:r>
          <a:r>
            <a:rPr lang="en-US">
              <a:hlinkClick xmlns:r="http://schemas.openxmlformats.org/officeDocument/2006/relationships" r:id="rId1"/>
            </a:rPr>
            <a:t>https://www.python.org/downloads/windows/</a:t>
          </a:r>
          <a:endParaRPr lang="en-US"/>
        </a:p>
      </dgm:t>
    </dgm:pt>
    <dgm:pt modelId="{B781F388-A9E1-4567-A4E8-13D5835F8E57}" type="parTrans" cxnId="{36131EEE-1E27-4356-8F44-66E89FE3F3BA}">
      <dgm:prSet/>
      <dgm:spPr/>
      <dgm:t>
        <a:bodyPr/>
        <a:lstStyle/>
        <a:p>
          <a:endParaRPr lang="en-US"/>
        </a:p>
      </dgm:t>
    </dgm:pt>
    <dgm:pt modelId="{9578AF23-0DB4-446A-94DF-F6782F679148}" type="sibTrans" cxnId="{36131EEE-1E27-4356-8F44-66E89FE3F3BA}">
      <dgm:prSet/>
      <dgm:spPr/>
      <dgm:t>
        <a:bodyPr/>
        <a:lstStyle/>
        <a:p>
          <a:endParaRPr lang="en-US"/>
        </a:p>
      </dgm:t>
    </dgm:pt>
    <dgm:pt modelId="{F409E19A-3B53-451A-9F96-D66D0983C8F4}">
      <dgm:prSet/>
      <dgm:spPr/>
      <dgm:t>
        <a:bodyPr/>
        <a:lstStyle/>
        <a:p>
          <a:r>
            <a:rPr lang="en-US"/>
            <a:t>VSCode: </a:t>
          </a:r>
          <a:r>
            <a:rPr lang="en-US">
              <a:hlinkClick xmlns:r="http://schemas.openxmlformats.org/officeDocument/2006/relationships" r:id="rId2"/>
            </a:rPr>
            <a:t>https://code.visualstudio.com/Download</a:t>
          </a:r>
          <a:endParaRPr lang="en-US"/>
        </a:p>
      </dgm:t>
    </dgm:pt>
    <dgm:pt modelId="{17DB4C4D-FE61-43F5-8B76-D0BFE43601C3}" type="parTrans" cxnId="{446369B5-303B-4B43-A6A7-18A3BA5E0ECB}">
      <dgm:prSet/>
      <dgm:spPr/>
      <dgm:t>
        <a:bodyPr/>
        <a:lstStyle/>
        <a:p>
          <a:endParaRPr lang="en-US"/>
        </a:p>
      </dgm:t>
    </dgm:pt>
    <dgm:pt modelId="{8EE7268C-ADBD-4EFD-8020-D43D1FEB6235}" type="sibTrans" cxnId="{446369B5-303B-4B43-A6A7-18A3BA5E0ECB}">
      <dgm:prSet/>
      <dgm:spPr/>
      <dgm:t>
        <a:bodyPr/>
        <a:lstStyle/>
        <a:p>
          <a:endParaRPr lang="en-US"/>
        </a:p>
      </dgm:t>
    </dgm:pt>
    <dgm:pt modelId="{F981C159-BA26-44F2-8262-5FE53AC20CF8}" type="pres">
      <dgm:prSet presAssocID="{8BEDBCD9-C5E5-41A6-9F68-AF7DB6E8201E}" presName="root" presStyleCnt="0">
        <dgm:presLayoutVars>
          <dgm:dir/>
          <dgm:resizeHandles val="exact"/>
        </dgm:presLayoutVars>
      </dgm:prSet>
      <dgm:spPr/>
    </dgm:pt>
    <dgm:pt modelId="{5530DB64-5B41-4FD2-B115-1E92C76A92A2}" type="pres">
      <dgm:prSet presAssocID="{FB023183-FFD1-4C15-867F-FFD49536DA4F}" presName="compNode" presStyleCnt="0"/>
      <dgm:spPr/>
    </dgm:pt>
    <dgm:pt modelId="{2098E141-8FD2-461A-86DF-1A5348B6A4F6}" type="pres">
      <dgm:prSet presAssocID="{FB023183-FFD1-4C15-867F-FFD49536DA4F}" presName="bgRect" presStyleLbl="bgShp" presStyleIdx="0" presStyleCnt="2"/>
      <dgm:spPr/>
    </dgm:pt>
    <dgm:pt modelId="{FB7E1553-C5BA-49B6-A08A-D747240DBCF0}" type="pres">
      <dgm:prSet presAssocID="{FB023183-FFD1-4C15-867F-FFD49536DA4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CFBF435-A027-4B91-86E1-272D5F80406F}" type="pres">
      <dgm:prSet presAssocID="{FB023183-FFD1-4C15-867F-FFD49536DA4F}" presName="spaceRect" presStyleCnt="0"/>
      <dgm:spPr/>
    </dgm:pt>
    <dgm:pt modelId="{44C40400-9EA3-4B53-AB2C-5F9BA6F03E3A}" type="pres">
      <dgm:prSet presAssocID="{FB023183-FFD1-4C15-867F-FFD49536DA4F}" presName="parTx" presStyleLbl="revTx" presStyleIdx="0" presStyleCnt="2">
        <dgm:presLayoutVars>
          <dgm:chMax val="0"/>
          <dgm:chPref val="0"/>
        </dgm:presLayoutVars>
      </dgm:prSet>
      <dgm:spPr/>
    </dgm:pt>
    <dgm:pt modelId="{97E7FDA4-FF97-4BFC-9764-378ABB29E805}" type="pres">
      <dgm:prSet presAssocID="{9578AF23-0DB4-446A-94DF-F6782F679148}" presName="sibTrans" presStyleCnt="0"/>
      <dgm:spPr/>
    </dgm:pt>
    <dgm:pt modelId="{1C0D4056-135B-4929-931A-692D1B096A58}" type="pres">
      <dgm:prSet presAssocID="{F409E19A-3B53-451A-9F96-D66D0983C8F4}" presName="compNode" presStyleCnt="0"/>
      <dgm:spPr/>
    </dgm:pt>
    <dgm:pt modelId="{D1960FC0-4AB0-48E0-BDAE-6BB00000F8D7}" type="pres">
      <dgm:prSet presAssocID="{F409E19A-3B53-451A-9F96-D66D0983C8F4}" presName="bgRect" presStyleLbl="bgShp" presStyleIdx="1" presStyleCnt="2"/>
      <dgm:spPr/>
    </dgm:pt>
    <dgm:pt modelId="{C627D17C-B9A4-4254-AA04-0039B93E0873}" type="pres">
      <dgm:prSet presAssocID="{F409E19A-3B53-451A-9F96-D66D0983C8F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C0745D09-CFD4-4D7E-9FA6-A7F79D43A9BB}" type="pres">
      <dgm:prSet presAssocID="{F409E19A-3B53-451A-9F96-D66D0983C8F4}" presName="spaceRect" presStyleCnt="0"/>
      <dgm:spPr/>
    </dgm:pt>
    <dgm:pt modelId="{528EAE65-4643-400E-ACD1-5AA6D3E264C5}" type="pres">
      <dgm:prSet presAssocID="{F409E19A-3B53-451A-9F96-D66D0983C8F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0B7F122-0785-4070-8133-B972B5DA4040}" type="presOf" srcId="{F409E19A-3B53-451A-9F96-D66D0983C8F4}" destId="{528EAE65-4643-400E-ACD1-5AA6D3E264C5}" srcOrd="0" destOrd="0" presId="urn:microsoft.com/office/officeart/2018/2/layout/IconVerticalSolidList"/>
    <dgm:cxn modelId="{CBB48B6F-7706-4A61-A15F-9B8DF8B6587C}" type="presOf" srcId="{FB023183-FFD1-4C15-867F-FFD49536DA4F}" destId="{44C40400-9EA3-4B53-AB2C-5F9BA6F03E3A}" srcOrd="0" destOrd="0" presId="urn:microsoft.com/office/officeart/2018/2/layout/IconVerticalSolidList"/>
    <dgm:cxn modelId="{CFB50A91-01C9-4D18-B6EB-DEEED6C5005C}" type="presOf" srcId="{8BEDBCD9-C5E5-41A6-9F68-AF7DB6E8201E}" destId="{F981C159-BA26-44F2-8262-5FE53AC20CF8}" srcOrd="0" destOrd="0" presId="urn:microsoft.com/office/officeart/2018/2/layout/IconVerticalSolidList"/>
    <dgm:cxn modelId="{446369B5-303B-4B43-A6A7-18A3BA5E0ECB}" srcId="{8BEDBCD9-C5E5-41A6-9F68-AF7DB6E8201E}" destId="{F409E19A-3B53-451A-9F96-D66D0983C8F4}" srcOrd="1" destOrd="0" parTransId="{17DB4C4D-FE61-43F5-8B76-D0BFE43601C3}" sibTransId="{8EE7268C-ADBD-4EFD-8020-D43D1FEB6235}"/>
    <dgm:cxn modelId="{36131EEE-1E27-4356-8F44-66E89FE3F3BA}" srcId="{8BEDBCD9-C5E5-41A6-9F68-AF7DB6E8201E}" destId="{FB023183-FFD1-4C15-867F-FFD49536DA4F}" srcOrd="0" destOrd="0" parTransId="{B781F388-A9E1-4567-A4E8-13D5835F8E57}" sibTransId="{9578AF23-0DB4-446A-94DF-F6782F679148}"/>
    <dgm:cxn modelId="{8A56A194-1DF4-48D4-ABEF-98F029D5DC39}" type="presParOf" srcId="{F981C159-BA26-44F2-8262-5FE53AC20CF8}" destId="{5530DB64-5B41-4FD2-B115-1E92C76A92A2}" srcOrd="0" destOrd="0" presId="urn:microsoft.com/office/officeart/2018/2/layout/IconVerticalSolidList"/>
    <dgm:cxn modelId="{BB569DB9-4323-4FDB-852F-31370C050F45}" type="presParOf" srcId="{5530DB64-5B41-4FD2-B115-1E92C76A92A2}" destId="{2098E141-8FD2-461A-86DF-1A5348B6A4F6}" srcOrd="0" destOrd="0" presId="urn:microsoft.com/office/officeart/2018/2/layout/IconVerticalSolidList"/>
    <dgm:cxn modelId="{F66BD657-8A17-4A8C-9CAD-F29BF6BBD198}" type="presParOf" srcId="{5530DB64-5B41-4FD2-B115-1E92C76A92A2}" destId="{FB7E1553-C5BA-49B6-A08A-D747240DBCF0}" srcOrd="1" destOrd="0" presId="urn:microsoft.com/office/officeart/2018/2/layout/IconVerticalSolidList"/>
    <dgm:cxn modelId="{359B42F8-25AA-4C0C-90BB-5DAD075D44BC}" type="presParOf" srcId="{5530DB64-5B41-4FD2-B115-1E92C76A92A2}" destId="{7CFBF435-A027-4B91-86E1-272D5F80406F}" srcOrd="2" destOrd="0" presId="urn:microsoft.com/office/officeart/2018/2/layout/IconVerticalSolidList"/>
    <dgm:cxn modelId="{2640BD9D-50B5-428F-A4CF-C8399161075A}" type="presParOf" srcId="{5530DB64-5B41-4FD2-B115-1E92C76A92A2}" destId="{44C40400-9EA3-4B53-AB2C-5F9BA6F03E3A}" srcOrd="3" destOrd="0" presId="urn:microsoft.com/office/officeart/2018/2/layout/IconVerticalSolidList"/>
    <dgm:cxn modelId="{9E26396A-4B6D-4059-A765-974FFB4599E8}" type="presParOf" srcId="{F981C159-BA26-44F2-8262-5FE53AC20CF8}" destId="{97E7FDA4-FF97-4BFC-9764-378ABB29E805}" srcOrd="1" destOrd="0" presId="urn:microsoft.com/office/officeart/2018/2/layout/IconVerticalSolidList"/>
    <dgm:cxn modelId="{2A309CF3-B997-4CF1-BE6B-73F7E4BCEDF2}" type="presParOf" srcId="{F981C159-BA26-44F2-8262-5FE53AC20CF8}" destId="{1C0D4056-135B-4929-931A-692D1B096A58}" srcOrd="2" destOrd="0" presId="urn:microsoft.com/office/officeart/2018/2/layout/IconVerticalSolidList"/>
    <dgm:cxn modelId="{12BA612B-C5C1-4EED-926C-DB1735F31E80}" type="presParOf" srcId="{1C0D4056-135B-4929-931A-692D1B096A58}" destId="{D1960FC0-4AB0-48E0-BDAE-6BB00000F8D7}" srcOrd="0" destOrd="0" presId="urn:microsoft.com/office/officeart/2018/2/layout/IconVerticalSolidList"/>
    <dgm:cxn modelId="{3B434141-DC73-46BE-9879-F19283C7FBDE}" type="presParOf" srcId="{1C0D4056-135B-4929-931A-692D1B096A58}" destId="{C627D17C-B9A4-4254-AA04-0039B93E0873}" srcOrd="1" destOrd="0" presId="urn:microsoft.com/office/officeart/2018/2/layout/IconVerticalSolidList"/>
    <dgm:cxn modelId="{46DB851F-0574-4EB5-8B31-00E63E72E2C7}" type="presParOf" srcId="{1C0D4056-135B-4929-931A-692D1B096A58}" destId="{C0745D09-CFD4-4D7E-9FA6-A7F79D43A9BB}" srcOrd="2" destOrd="0" presId="urn:microsoft.com/office/officeart/2018/2/layout/IconVerticalSolidList"/>
    <dgm:cxn modelId="{2FF9963D-665F-4A05-9BDA-539B7FD5AB2A}" type="presParOf" srcId="{1C0D4056-135B-4929-931A-692D1B096A58}" destId="{528EAE65-4643-400E-ACD1-5AA6D3E264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8E141-8FD2-461A-86DF-1A5348B6A4F6}">
      <dsp:nvSpPr>
        <dsp:cNvPr id="0" name=""/>
        <dsp:cNvSpPr/>
      </dsp:nvSpPr>
      <dsp:spPr>
        <a:xfrm>
          <a:off x="0" y="918110"/>
          <a:ext cx="6797675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7E1553-C5BA-49B6-A08A-D747240DBCF0}">
      <dsp:nvSpPr>
        <dsp:cNvPr id="0" name=""/>
        <dsp:cNvSpPr/>
      </dsp:nvSpPr>
      <dsp:spPr>
        <a:xfrm>
          <a:off x="512729" y="1299479"/>
          <a:ext cx="932235" cy="9322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40400-9EA3-4B53-AB2C-5F9BA6F03E3A}">
      <dsp:nvSpPr>
        <dsp:cNvPr id="0" name=""/>
        <dsp:cNvSpPr/>
      </dsp:nvSpPr>
      <dsp:spPr>
        <a:xfrm>
          <a:off x="1957694" y="918110"/>
          <a:ext cx="4839980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Python: </a:t>
          </a:r>
          <a:r>
            <a:rPr lang="en-US" sz="1800" kern="1200">
              <a:hlinkClick xmlns:r="http://schemas.openxmlformats.org/officeDocument/2006/relationships" r:id="rId2"/>
            </a:rPr>
            <a:t>https://www.python.org/downloads/windows/</a:t>
          </a:r>
          <a:endParaRPr lang="en-US" sz="1800" kern="1200"/>
        </a:p>
      </dsp:txBody>
      <dsp:txXfrm>
        <a:off x="1957694" y="918110"/>
        <a:ext cx="4839980" cy="1694973"/>
      </dsp:txXfrm>
    </dsp:sp>
    <dsp:sp modelId="{D1960FC0-4AB0-48E0-BDAE-6BB00000F8D7}">
      <dsp:nvSpPr>
        <dsp:cNvPr id="0" name=""/>
        <dsp:cNvSpPr/>
      </dsp:nvSpPr>
      <dsp:spPr>
        <a:xfrm>
          <a:off x="0" y="3036827"/>
          <a:ext cx="6797675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27D17C-B9A4-4254-AA04-0039B93E0873}">
      <dsp:nvSpPr>
        <dsp:cNvPr id="0" name=""/>
        <dsp:cNvSpPr/>
      </dsp:nvSpPr>
      <dsp:spPr>
        <a:xfrm>
          <a:off x="512729" y="3418196"/>
          <a:ext cx="932235" cy="9322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8EAE65-4643-400E-ACD1-5AA6D3E264C5}">
      <dsp:nvSpPr>
        <dsp:cNvPr id="0" name=""/>
        <dsp:cNvSpPr/>
      </dsp:nvSpPr>
      <dsp:spPr>
        <a:xfrm>
          <a:off x="1957694" y="3036827"/>
          <a:ext cx="4839980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VSCode: </a:t>
          </a:r>
          <a:r>
            <a:rPr lang="en-US" sz="1800" kern="1200">
              <a:hlinkClick xmlns:r="http://schemas.openxmlformats.org/officeDocument/2006/relationships" r:id="rId4"/>
            </a:rPr>
            <a:t>https://code.visualstudio.com/Download</a:t>
          </a:r>
          <a:endParaRPr lang="en-US" sz="1800" kern="1200"/>
        </a:p>
      </dsp:txBody>
      <dsp:txXfrm>
        <a:off x="1957694" y="3036827"/>
        <a:ext cx="4839980" cy="16949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88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4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2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3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5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3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5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ECB181-E4EF-43AF-A2BE-59DB96048CA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E48644-95AD-462F-A552-547B008B954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3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n-US" dirty="0" err="1"/>
              <a:t>Introducción</a:t>
            </a:r>
            <a:r>
              <a:rPr lang="en-US" dirty="0"/>
              <a:t> a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Bach. Daniel Pérez Morera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5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7ABBA0-7B38-1321-4041-E3D46D2E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Instalación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69F804-A677-4B75-95F4-A5E4426FB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FFCF0F4-AD60-DBB8-6290-44A2ACFC4A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2872718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8638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9B802-D1A7-5CBE-D538-C96E3A71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Rectangle 1047">
            <a:extLst>
              <a:ext uri="{FF2B5EF4-FFF2-40B4-BE49-F238E27FC236}">
                <a16:creationId xmlns:a16="http://schemas.microsoft.com/office/drawing/2014/main" id="{4760AA4B-94F0-7894-B627-5D5BC55A1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65728CB0-A1D3-3192-E02E-803C58FD7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8115B35E-F875-D28A-FE7E-FE23CDDB2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54" name="Rectangle 1053">
            <a:extLst>
              <a:ext uri="{FF2B5EF4-FFF2-40B4-BE49-F238E27FC236}">
                <a16:creationId xmlns:a16="http://schemas.microsoft.com/office/drawing/2014/main" id="{AAEC1CA8-6A4E-D635-DA9E-DCB038658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501F6F-B03D-0C55-199A-3721956C1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Uso</a:t>
            </a:r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F63A477C-A31B-D73A-AD09-C076563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3672C8A7-3F4A-5DFF-4643-5687DA51D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60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FC8F8-B434-B0E9-25BB-D6D370219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Actividad 2:</a:t>
            </a:r>
            <a:r>
              <a:rPr lang="es-ES" dirty="0"/>
              <a:t> Hola Mundo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64F3E-8E68-1D91-841D-F29A42DA6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ES" dirty="0"/>
              <a:t>Abra VS Code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Cree un archivo nuevo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Guarde el archivo con el nombre: </a:t>
            </a:r>
            <a:r>
              <a:rPr lang="es-ES" u="sng" dirty="0"/>
              <a:t>hola.py 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Escriba el siguiente código en el archivo: </a:t>
            </a:r>
            <a:br>
              <a:rPr lang="es-ES" dirty="0"/>
            </a:br>
            <a:r>
              <a:rPr lang="es-ES" i="1" dirty="0" err="1"/>
              <a:t>print</a:t>
            </a:r>
            <a:r>
              <a:rPr lang="es-ES" i="1" dirty="0"/>
              <a:t>("Hola, mundo")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Guarde los cambios realizados (</a:t>
            </a:r>
            <a:r>
              <a:rPr lang="es-ES" dirty="0" err="1"/>
              <a:t>ctrl</a:t>
            </a:r>
            <a:r>
              <a:rPr lang="es-ES" dirty="0"/>
              <a:t> + s).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Ejecute el programa.</a:t>
            </a:r>
          </a:p>
        </p:txBody>
      </p:sp>
    </p:spTree>
    <p:extLst>
      <p:ext uri="{BB962C8B-B14F-4D97-AF65-F5344CB8AC3E}">
        <p14:creationId xmlns:p14="http://schemas.microsoft.com/office/powerpoint/2010/main" val="17937470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</TotalTime>
  <Words>85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Retrospect</vt:lpstr>
      <vt:lpstr>Introducción a Python</vt:lpstr>
      <vt:lpstr>Instalación</vt:lpstr>
      <vt:lpstr>Uso</vt:lpstr>
      <vt:lpstr>Actividad 2: Hola Mundo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ALBERTO PEREZ MORERA</dc:creator>
  <cp:lastModifiedBy>DANIEL ALBERTO PEREZ MORERA</cp:lastModifiedBy>
  <cp:revision>1</cp:revision>
  <dcterms:created xsi:type="dcterms:W3CDTF">2026-04-05T22:36:33Z</dcterms:created>
  <dcterms:modified xsi:type="dcterms:W3CDTF">2026-04-24T02:53:04Z</dcterms:modified>
</cp:coreProperties>
</file>